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sldIdLst>
    <p:sldId id="264" r:id="rId2"/>
    <p:sldId id="256" r:id="rId3"/>
    <p:sldId id="257" r:id="rId4"/>
    <p:sldId id="263" r:id="rId5"/>
    <p:sldId id="265" r:id="rId6"/>
    <p:sldId id="259" r:id="rId7"/>
    <p:sldId id="262" r:id="rId8"/>
    <p:sldId id="260" r:id="rId9"/>
    <p:sldId id="261" r:id="rId10"/>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4" d="100"/>
          <a:sy n="104" d="100"/>
        </p:scale>
        <p:origin x="870"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DC39EF4-E118-4F1C-8737-E9ABF732305C}" type="datetimeFigureOut">
              <a:rPr kumimoji="1" lang="ja-JP" altLang="en-US" smtClean="0"/>
              <a:t>2026/4/27</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FD73967-B4E4-4BA4-97C8-32FB1BD2FEBB}" type="slidenum">
              <a:rPr kumimoji="1" lang="ja-JP" altLang="en-US" smtClean="0"/>
              <a:t>‹#›</a:t>
            </a:fld>
            <a:endParaRPr kumimoji="1" lang="ja-JP" altLang="en-US"/>
          </a:p>
        </p:txBody>
      </p:sp>
    </p:spTree>
    <p:extLst>
      <p:ext uri="{BB962C8B-B14F-4D97-AF65-F5344CB8AC3E}">
        <p14:creationId xmlns:p14="http://schemas.microsoft.com/office/powerpoint/2010/main" val="740976578"/>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なぜ成長なのか</a:t>
            </a:r>
          </a:p>
        </p:txBody>
      </p:sp>
      <p:sp>
        <p:nvSpPr>
          <p:cNvPr id="4" name="スライド番号プレースホルダー 3"/>
          <p:cNvSpPr>
            <a:spLocks noGrp="1"/>
          </p:cNvSpPr>
          <p:nvPr>
            <p:ph type="sldNum" sz="quarter" idx="5"/>
          </p:nvPr>
        </p:nvSpPr>
        <p:spPr/>
        <p:txBody>
          <a:bodyPr/>
          <a:lstStyle/>
          <a:p>
            <a:fld id="{5FD73967-B4E4-4BA4-97C8-32FB1BD2FEBB}" type="slidenum">
              <a:rPr kumimoji="1" lang="ja-JP" altLang="en-US" smtClean="0"/>
              <a:t>3</a:t>
            </a:fld>
            <a:endParaRPr kumimoji="1" lang="ja-JP" altLang="en-US"/>
          </a:p>
        </p:txBody>
      </p:sp>
    </p:spTree>
    <p:extLst>
      <p:ext uri="{BB962C8B-B14F-4D97-AF65-F5344CB8AC3E}">
        <p14:creationId xmlns:p14="http://schemas.microsoft.com/office/powerpoint/2010/main" val="25344513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72B2C8E-4E3F-096A-9392-2BA2501C0326}"/>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4A34DB9D-47FE-5CE0-527F-CACF8141ED7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693AEB2-D505-BE1F-1ECE-7552E459C47E}"/>
              </a:ext>
            </a:extLst>
          </p:cNvPr>
          <p:cNvSpPr>
            <a:spLocks noGrp="1"/>
          </p:cNvSpPr>
          <p:nvPr>
            <p:ph type="dt" sz="half" idx="10"/>
          </p:nvPr>
        </p:nvSpPr>
        <p:spPr/>
        <p:txBody>
          <a:bodyPr/>
          <a:lstStyle/>
          <a:p>
            <a:fld id="{3110F15D-2E9B-47C9-86DF-58A2282AFBC9}" type="datetimeFigureOut">
              <a:rPr kumimoji="1" lang="ja-JP" altLang="en-US" smtClean="0"/>
              <a:t>2026/4/27</a:t>
            </a:fld>
            <a:endParaRPr kumimoji="1" lang="ja-JP" altLang="en-US"/>
          </a:p>
        </p:txBody>
      </p:sp>
      <p:sp>
        <p:nvSpPr>
          <p:cNvPr id="5" name="フッター プレースホルダー 4">
            <a:extLst>
              <a:ext uri="{FF2B5EF4-FFF2-40B4-BE49-F238E27FC236}">
                <a16:creationId xmlns:a16="http://schemas.microsoft.com/office/drawing/2014/main" id="{9C8CDECF-3987-6084-2035-A92BCB79F57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63970C49-E071-8613-167E-072112661E67}"/>
              </a:ext>
            </a:extLst>
          </p:cNvPr>
          <p:cNvSpPr>
            <a:spLocks noGrp="1"/>
          </p:cNvSpPr>
          <p:nvPr>
            <p:ph type="sldNum" sz="quarter" idx="12"/>
          </p:nvPr>
        </p:nvSpPr>
        <p:spPr/>
        <p:txBody>
          <a:bodyPr/>
          <a:lstStyle/>
          <a:p>
            <a:fld id="{EA941490-ED84-4762-B4A1-F35ACD87859F}" type="slidenum">
              <a:rPr kumimoji="1" lang="ja-JP" altLang="en-US" smtClean="0"/>
              <a:t>‹#›</a:t>
            </a:fld>
            <a:endParaRPr kumimoji="1" lang="ja-JP" altLang="en-US"/>
          </a:p>
        </p:txBody>
      </p:sp>
    </p:spTree>
    <p:extLst>
      <p:ext uri="{BB962C8B-B14F-4D97-AF65-F5344CB8AC3E}">
        <p14:creationId xmlns:p14="http://schemas.microsoft.com/office/powerpoint/2010/main" val="28440316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E0BC079-B0D8-8B5D-7B44-0B62ABE8109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207C501D-26C4-BEC0-E380-3B7754216B46}"/>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E84A51F-7FD3-3015-A15A-6771F52CF6BA}"/>
              </a:ext>
            </a:extLst>
          </p:cNvPr>
          <p:cNvSpPr>
            <a:spLocks noGrp="1"/>
          </p:cNvSpPr>
          <p:nvPr>
            <p:ph type="dt" sz="half" idx="10"/>
          </p:nvPr>
        </p:nvSpPr>
        <p:spPr/>
        <p:txBody>
          <a:bodyPr/>
          <a:lstStyle/>
          <a:p>
            <a:fld id="{3110F15D-2E9B-47C9-86DF-58A2282AFBC9}" type="datetimeFigureOut">
              <a:rPr kumimoji="1" lang="ja-JP" altLang="en-US" smtClean="0"/>
              <a:t>2026/4/27</a:t>
            </a:fld>
            <a:endParaRPr kumimoji="1" lang="ja-JP" altLang="en-US"/>
          </a:p>
        </p:txBody>
      </p:sp>
      <p:sp>
        <p:nvSpPr>
          <p:cNvPr id="5" name="フッター プレースホルダー 4">
            <a:extLst>
              <a:ext uri="{FF2B5EF4-FFF2-40B4-BE49-F238E27FC236}">
                <a16:creationId xmlns:a16="http://schemas.microsoft.com/office/drawing/2014/main" id="{BBAA94DB-E799-6732-6127-AA782B2727A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12E1BE4-295A-1315-DA4B-0E6675C51E93}"/>
              </a:ext>
            </a:extLst>
          </p:cNvPr>
          <p:cNvSpPr>
            <a:spLocks noGrp="1"/>
          </p:cNvSpPr>
          <p:nvPr>
            <p:ph type="sldNum" sz="quarter" idx="12"/>
          </p:nvPr>
        </p:nvSpPr>
        <p:spPr/>
        <p:txBody>
          <a:bodyPr/>
          <a:lstStyle/>
          <a:p>
            <a:fld id="{EA941490-ED84-4762-B4A1-F35ACD87859F}" type="slidenum">
              <a:rPr kumimoji="1" lang="ja-JP" altLang="en-US" smtClean="0"/>
              <a:t>‹#›</a:t>
            </a:fld>
            <a:endParaRPr kumimoji="1" lang="ja-JP" altLang="en-US"/>
          </a:p>
        </p:txBody>
      </p:sp>
    </p:spTree>
    <p:extLst>
      <p:ext uri="{BB962C8B-B14F-4D97-AF65-F5344CB8AC3E}">
        <p14:creationId xmlns:p14="http://schemas.microsoft.com/office/powerpoint/2010/main" val="27065562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0BB9EDE-6A06-010F-E6BF-A1D81C7C6B4E}"/>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EB9A495-110B-93D9-D7D9-41348414142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0FA9CE12-8D9F-3E64-6F12-C53368B84C46}"/>
              </a:ext>
            </a:extLst>
          </p:cNvPr>
          <p:cNvSpPr>
            <a:spLocks noGrp="1"/>
          </p:cNvSpPr>
          <p:nvPr>
            <p:ph type="dt" sz="half" idx="10"/>
          </p:nvPr>
        </p:nvSpPr>
        <p:spPr/>
        <p:txBody>
          <a:bodyPr/>
          <a:lstStyle/>
          <a:p>
            <a:fld id="{3110F15D-2E9B-47C9-86DF-58A2282AFBC9}" type="datetimeFigureOut">
              <a:rPr kumimoji="1" lang="ja-JP" altLang="en-US" smtClean="0"/>
              <a:t>2026/4/27</a:t>
            </a:fld>
            <a:endParaRPr kumimoji="1" lang="ja-JP" altLang="en-US"/>
          </a:p>
        </p:txBody>
      </p:sp>
      <p:sp>
        <p:nvSpPr>
          <p:cNvPr id="5" name="フッター プレースホルダー 4">
            <a:extLst>
              <a:ext uri="{FF2B5EF4-FFF2-40B4-BE49-F238E27FC236}">
                <a16:creationId xmlns:a16="http://schemas.microsoft.com/office/drawing/2014/main" id="{3229F66C-FF73-A23E-CF8E-F4C5EF683CD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A4FDA18-92A8-8C5D-BC85-1D2D4C6A62D7}"/>
              </a:ext>
            </a:extLst>
          </p:cNvPr>
          <p:cNvSpPr>
            <a:spLocks noGrp="1"/>
          </p:cNvSpPr>
          <p:nvPr>
            <p:ph type="sldNum" sz="quarter" idx="12"/>
          </p:nvPr>
        </p:nvSpPr>
        <p:spPr/>
        <p:txBody>
          <a:bodyPr/>
          <a:lstStyle/>
          <a:p>
            <a:fld id="{EA941490-ED84-4762-B4A1-F35ACD87859F}" type="slidenum">
              <a:rPr kumimoji="1" lang="ja-JP" altLang="en-US" smtClean="0"/>
              <a:t>‹#›</a:t>
            </a:fld>
            <a:endParaRPr kumimoji="1" lang="ja-JP" altLang="en-US"/>
          </a:p>
        </p:txBody>
      </p:sp>
    </p:spTree>
    <p:extLst>
      <p:ext uri="{BB962C8B-B14F-4D97-AF65-F5344CB8AC3E}">
        <p14:creationId xmlns:p14="http://schemas.microsoft.com/office/powerpoint/2010/main" val="248327298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DED73FF-9520-D380-3C65-3562B7ACD5DC}"/>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B99EE61A-C4EA-B9CC-4836-F513FB83AA15}"/>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67A1793A-53D4-1BCB-054A-57416A8CF118}"/>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C8E0B257-D86F-64AE-236D-D24E5F9A2496}"/>
              </a:ext>
            </a:extLst>
          </p:cNvPr>
          <p:cNvSpPr>
            <a:spLocks noGrp="1"/>
          </p:cNvSpPr>
          <p:nvPr>
            <p:ph type="dt" sz="half" idx="10"/>
          </p:nvPr>
        </p:nvSpPr>
        <p:spPr/>
        <p:txBody>
          <a:bodyPr/>
          <a:lstStyle/>
          <a:p>
            <a:fld id="{3110F15D-2E9B-47C9-86DF-58A2282AFBC9}" type="datetimeFigureOut">
              <a:rPr kumimoji="1" lang="ja-JP" altLang="en-US" smtClean="0"/>
              <a:t>2026/4/27</a:t>
            </a:fld>
            <a:endParaRPr kumimoji="1" lang="ja-JP" altLang="en-US"/>
          </a:p>
        </p:txBody>
      </p:sp>
      <p:sp>
        <p:nvSpPr>
          <p:cNvPr id="6" name="フッター プレースホルダー 5">
            <a:extLst>
              <a:ext uri="{FF2B5EF4-FFF2-40B4-BE49-F238E27FC236}">
                <a16:creationId xmlns:a16="http://schemas.microsoft.com/office/drawing/2014/main" id="{5AC5CD96-C520-1447-FEAD-741D6BD90EC3}"/>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B973427C-6D8B-3169-F59A-D5E21B98EA31}"/>
              </a:ext>
            </a:extLst>
          </p:cNvPr>
          <p:cNvSpPr>
            <a:spLocks noGrp="1"/>
          </p:cNvSpPr>
          <p:nvPr>
            <p:ph type="sldNum" sz="quarter" idx="12"/>
          </p:nvPr>
        </p:nvSpPr>
        <p:spPr/>
        <p:txBody>
          <a:bodyPr/>
          <a:lstStyle/>
          <a:p>
            <a:fld id="{EA941490-ED84-4762-B4A1-F35ACD87859F}" type="slidenum">
              <a:rPr kumimoji="1" lang="ja-JP" altLang="en-US" smtClean="0"/>
              <a:t>‹#›</a:t>
            </a:fld>
            <a:endParaRPr kumimoji="1" lang="ja-JP" altLang="en-US"/>
          </a:p>
        </p:txBody>
      </p:sp>
    </p:spTree>
    <p:extLst>
      <p:ext uri="{BB962C8B-B14F-4D97-AF65-F5344CB8AC3E}">
        <p14:creationId xmlns:p14="http://schemas.microsoft.com/office/powerpoint/2010/main" val="394080667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133D926-AFFA-863F-C7B3-B08C55114E7D}"/>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C2B6A69-BA23-E514-9574-6B45549842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151BDBB-02EA-93E7-A40F-7E0DA2DA8029}"/>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5D72F32C-3461-7273-9232-FCA83320358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B02E1599-9608-2E6A-8E2F-8CEF3104379E}"/>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4999F2E6-42B3-D2B9-4CF7-AC4149AE06A5}"/>
              </a:ext>
            </a:extLst>
          </p:cNvPr>
          <p:cNvSpPr>
            <a:spLocks noGrp="1"/>
          </p:cNvSpPr>
          <p:nvPr>
            <p:ph type="dt" sz="half" idx="10"/>
          </p:nvPr>
        </p:nvSpPr>
        <p:spPr/>
        <p:txBody>
          <a:bodyPr/>
          <a:lstStyle/>
          <a:p>
            <a:fld id="{3110F15D-2E9B-47C9-86DF-58A2282AFBC9}" type="datetimeFigureOut">
              <a:rPr kumimoji="1" lang="ja-JP" altLang="en-US" smtClean="0"/>
              <a:t>2026/4/27</a:t>
            </a:fld>
            <a:endParaRPr kumimoji="1" lang="ja-JP" altLang="en-US"/>
          </a:p>
        </p:txBody>
      </p:sp>
      <p:sp>
        <p:nvSpPr>
          <p:cNvPr id="8" name="フッター プレースホルダー 7">
            <a:extLst>
              <a:ext uri="{FF2B5EF4-FFF2-40B4-BE49-F238E27FC236}">
                <a16:creationId xmlns:a16="http://schemas.microsoft.com/office/drawing/2014/main" id="{CFC8AD6E-7764-FA55-BDDF-9E434FFE9C30}"/>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399D5325-23C0-4D1E-0D1D-658A74A11BB5}"/>
              </a:ext>
            </a:extLst>
          </p:cNvPr>
          <p:cNvSpPr>
            <a:spLocks noGrp="1"/>
          </p:cNvSpPr>
          <p:nvPr>
            <p:ph type="sldNum" sz="quarter" idx="12"/>
          </p:nvPr>
        </p:nvSpPr>
        <p:spPr/>
        <p:txBody>
          <a:bodyPr/>
          <a:lstStyle/>
          <a:p>
            <a:fld id="{EA941490-ED84-4762-B4A1-F35ACD87859F}" type="slidenum">
              <a:rPr kumimoji="1" lang="ja-JP" altLang="en-US" smtClean="0"/>
              <a:t>‹#›</a:t>
            </a:fld>
            <a:endParaRPr kumimoji="1" lang="ja-JP" altLang="en-US"/>
          </a:p>
        </p:txBody>
      </p:sp>
    </p:spTree>
    <p:extLst>
      <p:ext uri="{BB962C8B-B14F-4D97-AF65-F5344CB8AC3E}">
        <p14:creationId xmlns:p14="http://schemas.microsoft.com/office/powerpoint/2010/main" val="41492122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D67FD5A-B4EF-0E04-2D34-7AE3A9288284}"/>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781372D5-4105-994A-58E7-80D5D63FE98C}"/>
              </a:ext>
            </a:extLst>
          </p:cNvPr>
          <p:cNvSpPr>
            <a:spLocks noGrp="1"/>
          </p:cNvSpPr>
          <p:nvPr>
            <p:ph type="dt" sz="half" idx="10"/>
          </p:nvPr>
        </p:nvSpPr>
        <p:spPr/>
        <p:txBody>
          <a:bodyPr/>
          <a:lstStyle/>
          <a:p>
            <a:fld id="{3110F15D-2E9B-47C9-86DF-58A2282AFBC9}" type="datetimeFigureOut">
              <a:rPr kumimoji="1" lang="ja-JP" altLang="en-US" smtClean="0"/>
              <a:t>2026/4/27</a:t>
            </a:fld>
            <a:endParaRPr kumimoji="1" lang="ja-JP" altLang="en-US"/>
          </a:p>
        </p:txBody>
      </p:sp>
      <p:sp>
        <p:nvSpPr>
          <p:cNvPr id="4" name="フッター プレースホルダー 3">
            <a:extLst>
              <a:ext uri="{FF2B5EF4-FFF2-40B4-BE49-F238E27FC236}">
                <a16:creationId xmlns:a16="http://schemas.microsoft.com/office/drawing/2014/main" id="{62CC9D8B-EE64-4A14-531D-BC4184709A77}"/>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FB0555C6-59B8-FD79-55FC-47B1D32ECD4F}"/>
              </a:ext>
            </a:extLst>
          </p:cNvPr>
          <p:cNvSpPr>
            <a:spLocks noGrp="1"/>
          </p:cNvSpPr>
          <p:nvPr>
            <p:ph type="sldNum" sz="quarter" idx="12"/>
          </p:nvPr>
        </p:nvSpPr>
        <p:spPr/>
        <p:txBody>
          <a:bodyPr/>
          <a:lstStyle/>
          <a:p>
            <a:fld id="{EA941490-ED84-4762-B4A1-F35ACD87859F}" type="slidenum">
              <a:rPr kumimoji="1" lang="ja-JP" altLang="en-US" smtClean="0"/>
              <a:t>‹#›</a:t>
            </a:fld>
            <a:endParaRPr kumimoji="1" lang="ja-JP" altLang="en-US"/>
          </a:p>
        </p:txBody>
      </p:sp>
    </p:spTree>
    <p:extLst>
      <p:ext uri="{BB962C8B-B14F-4D97-AF65-F5344CB8AC3E}">
        <p14:creationId xmlns:p14="http://schemas.microsoft.com/office/powerpoint/2010/main" val="822234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39A2FAF8-2787-F109-FF8A-873A999C7B41}"/>
              </a:ext>
            </a:extLst>
          </p:cNvPr>
          <p:cNvSpPr>
            <a:spLocks noGrp="1"/>
          </p:cNvSpPr>
          <p:nvPr>
            <p:ph type="dt" sz="half" idx="10"/>
          </p:nvPr>
        </p:nvSpPr>
        <p:spPr/>
        <p:txBody>
          <a:bodyPr/>
          <a:lstStyle/>
          <a:p>
            <a:fld id="{3110F15D-2E9B-47C9-86DF-58A2282AFBC9}" type="datetimeFigureOut">
              <a:rPr kumimoji="1" lang="ja-JP" altLang="en-US" smtClean="0"/>
              <a:t>2026/4/27</a:t>
            </a:fld>
            <a:endParaRPr kumimoji="1" lang="ja-JP" altLang="en-US"/>
          </a:p>
        </p:txBody>
      </p:sp>
      <p:sp>
        <p:nvSpPr>
          <p:cNvPr id="3" name="フッター プレースホルダー 2">
            <a:extLst>
              <a:ext uri="{FF2B5EF4-FFF2-40B4-BE49-F238E27FC236}">
                <a16:creationId xmlns:a16="http://schemas.microsoft.com/office/drawing/2014/main" id="{B579796C-471A-3D4B-DD75-03CE691352AD}"/>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2689F478-FF43-3F82-7D58-DCF33041A1F0}"/>
              </a:ext>
            </a:extLst>
          </p:cNvPr>
          <p:cNvSpPr>
            <a:spLocks noGrp="1"/>
          </p:cNvSpPr>
          <p:nvPr>
            <p:ph type="sldNum" sz="quarter" idx="12"/>
          </p:nvPr>
        </p:nvSpPr>
        <p:spPr/>
        <p:txBody>
          <a:bodyPr/>
          <a:lstStyle/>
          <a:p>
            <a:fld id="{EA941490-ED84-4762-B4A1-F35ACD87859F}" type="slidenum">
              <a:rPr kumimoji="1" lang="ja-JP" altLang="en-US" smtClean="0"/>
              <a:t>‹#›</a:t>
            </a:fld>
            <a:endParaRPr kumimoji="1" lang="ja-JP" altLang="en-US"/>
          </a:p>
        </p:txBody>
      </p:sp>
    </p:spTree>
    <p:extLst>
      <p:ext uri="{BB962C8B-B14F-4D97-AF65-F5344CB8AC3E}">
        <p14:creationId xmlns:p14="http://schemas.microsoft.com/office/powerpoint/2010/main" val="4675239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9B886FD-8EE0-6CAD-6BA1-ABE27C1CB42A}"/>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055B9471-F9E3-6BF0-0FBE-E51E55AE4B9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81B90787-CC3A-A838-C278-E48B3DB6673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696CBB9D-2D7B-0C23-6665-06042DE944D6}"/>
              </a:ext>
            </a:extLst>
          </p:cNvPr>
          <p:cNvSpPr>
            <a:spLocks noGrp="1"/>
          </p:cNvSpPr>
          <p:nvPr>
            <p:ph type="dt" sz="half" idx="10"/>
          </p:nvPr>
        </p:nvSpPr>
        <p:spPr/>
        <p:txBody>
          <a:bodyPr/>
          <a:lstStyle/>
          <a:p>
            <a:fld id="{3110F15D-2E9B-47C9-86DF-58A2282AFBC9}" type="datetimeFigureOut">
              <a:rPr kumimoji="1" lang="ja-JP" altLang="en-US" smtClean="0"/>
              <a:t>2026/4/27</a:t>
            </a:fld>
            <a:endParaRPr kumimoji="1" lang="ja-JP" altLang="en-US"/>
          </a:p>
        </p:txBody>
      </p:sp>
      <p:sp>
        <p:nvSpPr>
          <p:cNvPr id="6" name="フッター プレースホルダー 5">
            <a:extLst>
              <a:ext uri="{FF2B5EF4-FFF2-40B4-BE49-F238E27FC236}">
                <a16:creationId xmlns:a16="http://schemas.microsoft.com/office/drawing/2014/main" id="{35A6BEB9-B322-B748-829A-24442CAFE6F7}"/>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E2A7CDA-717B-CE49-FA88-2B2EA05E1980}"/>
              </a:ext>
            </a:extLst>
          </p:cNvPr>
          <p:cNvSpPr>
            <a:spLocks noGrp="1"/>
          </p:cNvSpPr>
          <p:nvPr>
            <p:ph type="sldNum" sz="quarter" idx="12"/>
          </p:nvPr>
        </p:nvSpPr>
        <p:spPr/>
        <p:txBody>
          <a:bodyPr/>
          <a:lstStyle/>
          <a:p>
            <a:fld id="{EA941490-ED84-4762-B4A1-F35ACD87859F}" type="slidenum">
              <a:rPr kumimoji="1" lang="ja-JP" altLang="en-US" smtClean="0"/>
              <a:t>‹#›</a:t>
            </a:fld>
            <a:endParaRPr kumimoji="1" lang="ja-JP" altLang="en-US"/>
          </a:p>
        </p:txBody>
      </p:sp>
    </p:spTree>
    <p:extLst>
      <p:ext uri="{BB962C8B-B14F-4D97-AF65-F5344CB8AC3E}">
        <p14:creationId xmlns:p14="http://schemas.microsoft.com/office/powerpoint/2010/main" val="38888585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CF4E4EE-2018-B675-C8EC-17CFAB2E136D}"/>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2318CCFC-764A-3C43-84EB-AF281472474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2116449D-AF79-AD81-BA37-CA94B51DDF1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46FB549-B5B8-DCED-D913-51457724EB2C}"/>
              </a:ext>
            </a:extLst>
          </p:cNvPr>
          <p:cNvSpPr>
            <a:spLocks noGrp="1"/>
          </p:cNvSpPr>
          <p:nvPr>
            <p:ph type="dt" sz="half" idx="10"/>
          </p:nvPr>
        </p:nvSpPr>
        <p:spPr/>
        <p:txBody>
          <a:bodyPr/>
          <a:lstStyle/>
          <a:p>
            <a:fld id="{3110F15D-2E9B-47C9-86DF-58A2282AFBC9}" type="datetimeFigureOut">
              <a:rPr kumimoji="1" lang="ja-JP" altLang="en-US" smtClean="0"/>
              <a:t>2026/4/27</a:t>
            </a:fld>
            <a:endParaRPr kumimoji="1" lang="ja-JP" altLang="en-US"/>
          </a:p>
        </p:txBody>
      </p:sp>
      <p:sp>
        <p:nvSpPr>
          <p:cNvPr id="6" name="フッター プレースホルダー 5">
            <a:extLst>
              <a:ext uri="{FF2B5EF4-FFF2-40B4-BE49-F238E27FC236}">
                <a16:creationId xmlns:a16="http://schemas.microsoft.com/office/drawing/2014/main" id="{1074C565-AC89-15CD-5B5E-54FFB60C62AF}"/>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4D91131-158B-CFAA-A10E-596719141411}"/>
              </a:ext>
            </a:extLst>
          </p:cNvPr>
          <p:cNvSpPr>
            <a:spLocks noGrp="1"/>
          </p:cNvSpPr>
          <p:nvPr>
            <p:ph type="sldNum" sz="quarter" idx="12"/>
          </p:nvPr>
        </p:nvSpPr>
        <p:spPr/>
        <p:txBody>
          <a:bodyPr/>
          <a:lstStyle/>
          <a:p>
            <a:fld id="{EA941490-ED84-4762-B4A1-F35ACD87859F}" type="slidenum">
              <a:rPr kumimoji="1" lang="ja-JP" altLang="en-US" smtClean="0"/>
              <a:t>‹#›</a:t>
            </a:fld>
            <a:endParaRPr kumimoji="1" lang="ja-JP" altLang="en-US"/>
          </a:p>
        </p:txBody>
      </p:sp>
    </p:spTree>
    <p:extLst>
      <p:ext uri="{BB962C8B-B14F-4D97-AF65-F5344CB8AC3E}">
        <p14:creationId xmlns:p14="http://schemas.microsoft.com/office/powerpoint/2010/main" val="256353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71FFA06-B059-35CC-7BC0-2A0366871FA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FDD179B1-9091-6856-F1AF-A8463A39BB69}"/>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0F7FE82-05B1-2DFE-69A1-F0C6D03A07F1}"/>
              </a:ext>
            </a:extLst>
          </p:cNvPr>
          <p:cNvSpPr>
            <a:spLocks noGrp="1"/>
          </p:cNvSpPr>
          <p:nvPr>
            <p:ph type="dt" sz="half" idx="10"/>
          </p:nvPr>
        </p:nvSpPr>
        <p:spPr/>
        <p:txBody>
          <a:bodyPr/>
          <a:lstStyle/>
          <a:p>
            <a:fld id="{3110F15D-2E9B-47C9-86DF-58A2282AFBC9}" type="datetimeFigureOut">
              <a:rPr kumimoji="1" lang="ja-JP" altLang="en-US" smtClean="0"/>
              <a:t>2026/4/27</a:t>
            </a:fld>
            <a:endParaRPr kumimoji="1" lang="ja-JP" altLang="en-US"/>
          </a:p>
        </p:txBody>
      </p:sp>
      <p:sp>
        <p:nvSpPr>
          <p:cNvPr id="5" name="フッター プレースホルダー 4">
            <a:extLst>
              <a:ext uri="{FF2B5EF4-FFF2-40B4-BE49-F238E27FC236}">
                <a16:creationId xmlns:a16="http://schemas.microsoft.com/office/drawing/2014/main" id="{21183919-D980-6403-3469-3FDBB60ADB9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A2A577-9B57-195C-D74B-D59B03E1184C}"/>
              </a:ext>
            </a:extLst>
          </p:cNvPr>
          <p:cNvSpPr>
            <a:spLocks noGrp="1"/>
          </p:cNvSpPr>
          <p:nvPr>
            <p:ph type="sldNum" sz="quarter" idx="12"/>
          </p:nvPr>
        </p:nvSpPr>
        <p:spPr/>
        <p:txBody>
          <a:bodyPr/>
          <a:lstStyle/>
          <a:p>
            <a:fld id="{EA941490-ED84-4762-B4A1-F35ACD87859F}" type="slidenum">
              <a:rPr kumimoji="1" lang="ja-JP" altLang="en-US" smtClean="0"/>
              <a:t>‹#›</a:t>
            </a:fld>
            <a:endParaRPr kumimoji="1" lang="ja-JP" altLang="en-US"/>
          </a:p>
        </p:txBody>
      </p:sp>
    </p:spTree>
    <p:extLst>
      <p:ext uri="{BB962C8B-B14F-4D97-AF65-F5344CB8AC3E}">
        <p14:creationId xmlns:p14="http://schemas.microsoft.com/office/powerpoint/2010/main" val="39215969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EA71B09D-00E9-79BB-B336-24D5D325F3BD}"/>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6E840D12-5D4D-491E-4AF2-84A2792D05D3}"/>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6A8340D1-93A1-9306-B072-C5AC0F20E046}"/>
              </a:ext>
            </a:extLst>
          </p:cNvPr>
          <p:cNvSpPr>
            <a:spLocks noGrp="1"/>
          </p:cNvSpPr>
          <p:nvPr>
            <p:ph type="dt" sz="half" idx="10"/>
          </p:nvPr>
        </p:nvSpPr>
        <p:spPr/>
        <p:txBody>
          <a:bodyPr/>
          <a:lstStyle/>
          <a:p>
            <a:fld id="{3110F15D-2E9B-47C9-86DF-58A2282AFBC9}" type="datetimeFigureOut">
              <a:rPr kumimoji="1" lang="ja-JP" altLang="en-US" smtClean="0"/>
              <a:t>2026/4/27</a:t>
            </a:fld>
            <a:endParaRPr kumimoji="1" lang="ja-JP" altLang="en-US"/>
          </a:p>
        </p:txBody>
      </p:sp>
      <p:sp>
        <p:nvSpPr>
          <p:cNvPr id="5" name="フッター プレースホルダー 4">
            <a:extLst>
              <a:ext uri="{FF2B5EF4-FFF2-40B4-BE49-F238E27FC236}">
                <a16:creationId xmlns:a16="http://schemas.microsoft.com/office/drawing/2014/main" id="{D9D8F517-9D82-077B-4A6F-3FC80715627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6558636-43D9-1E6F-60BE-150FF4F351BE}"/>
              </a:ext>
            </a:extLst>
          </p:cNvPr>
          <p:cNvSpPr>
            <a:spLocks noGrp="1"/>
          </p:cNvSpPr>
          <p:nvPr>
            <p:ph type="sldNum" sz="quarter" idx="12"/>
          </p:nvPr>
        </p:nvSpPr>
        <p:spPr/>
        <p:txBody>
          <a:bodyPr/>
          <a:lstStyle/>
          <a:p>
            <a:fld id="{EA941490-ED84-4762-B4A1-F35ACD87859F}" type="slidenum">
              <a:rPr kumimoji="1" lang="ja-JP" altLang="en-US" smtClean="0"/>
              <a:t>‹#›</a:t>
            </a:fld>
            <a:endParaRPr kumimoji="1" lang="ja-JP" altLang="en-US"/>
          </a:p>
        </p:txBody>
      </p:sp>
    </p:spTree>
    <p:extLst>
      <p:ext uri="{BB962C8B-B14F-4D97-AF65-F5344CB8AC3E}">
        <p14:creationId xmlns:p14="http://schemas.microsoft.com/office/powerpoint/2010/main" val="24857505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31201268-9822-99F2-3B2D-80C329C669F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DE365A57-0178-DB30-4266-A8BCA903F0F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FF5E9C9-FC88-5243-6A55-2F59DF3D4BC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110F15D-2E9B-47C9-86DF-58A2282AFBC9}" type="datetimeFigureOut">
              <a:rPr kumimoji="1" lang="ja-JP" altLang="en-US" smtClean="0"/>
              <a:t>2026/4/27</a:t>
            </a:fld>
            <a:endParaRPr kumimoji="1" lang="ja-JP" altLang="en-US"/>
          </a:p>
        </p:txBody>
      </p:sp>
      <p:sp>
        <p:nvSpPr>
          <p:cNvPr id="5" name="フッター プレースホルダー 4">
            <a:extLst>
              <a:ext uri="{FF2B5EF4-FFF2-40B4-BE49-F238E27FC236}">
                <a16:creationId xmlns:a16="http://schemas.microsoft.com/office/drawing/2014/main" id="{6D817CFF-1612-ED69-F32C-40793281996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C4B973D9-2467-619E-AB2E-A5BF1C9735C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A941490-ED84-4762-B4A1-F35ACD87859F}" type="slidenum">
              <a:rPr kumimoji="1" lang="ja-JP" altLang="en-US" smtClean="0"/>
              <a:t>‹#›</a:t>
            </a:fld>
            <a:endParaRPr kumimoji="1" lang="ja-JP" altLang="en-US"/>
          </a:p>
        </p:txBody>
      </p:sp>
    </p:spTree>
    <p:extLst>
      <p:ext uri="{BB962C8B-B14F-4D97-AF65-F5344CB8AC3E}">
        <p14:creationId xmlns:p14="http://schemas.microsoft.com/office/powerpoint/2010/main" val="362041232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字幕 2">
            <a:extLst>
              <a:ext uri="{FF2B5EF4-FFF2-40B4-BE49-F238E27FC236}">
                <a16:creationId xmlns:a16="http://schemas.microsoft.com/office/drawing/2014/main" id="{5FA6C663-F92E-EF1E-81E5-93319E09ECC2}"/>
              </a:ext>
            </a:extLst>
          </p:cNvPr>
          <p:cNvSpPr txBox="1">
            <a:spLocks/>
          </p:cNvSpPr>
          <p:nvPr/>
        </p:nvSpPr>
        <p:spPr>
          <a:xfrm>
            <a:off x="3611419" y="2752438"/>
            <a:ext cx="5606472" cy="3371272"/>
          </a:xfrm>
          <a:prstGeom prst="rect">
            <a:avLst/>
          </a:prstGeom>
          <a:ln>
            <a:solidFill>
              <a:schemeClr val="tx1"/>
            </a:solidFill>
          </a:ln>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buNone/>
            </a:pPr>
            <a:r>
              <a:rPr lang="ja-JP" altLang="en-US" dirty="0"/>
              <a:t>チームメンバー</a:t>
            </a:r>
            <a:endParaRPr lang="en-US" altLang="ja-JP" dirty="0"/>
          </a:p>
          <a:p>
            <a:pPr marL="0" indent="0">
              <a:buNone/>
            </a:pPr>
            <a:r>
              <a:rPr lang="ja-JP" altLang="en-US" dirty="0"/>
              <a:t>・廣松健吾　　（リーダー）</a:t>
            </a:r>
            <a:endParaRPr lang="en-US" altLang="ja-JP" dirty="0"/>
          </a:p>
          <a:p>
            <a:pPr marL="0" indent="0">
              <a:buNone/>
            </a:pPr>
            <a:r>
              <a:rPr lang="ja-JP" altLang="en-US" dirty="0"/>
              <a:t>・平木諒　　　（イラスト担当）</a:t>
            </a:r>
            <a:endParaRPr lang="en-US" altLang="ja-JP" dirty="0"/>
          </a:p>
          <a:p>
            <a:pPr marL="0" indent="0">
              <a:buNone/>
            </a:pPr>
            <a:r>
              <a:rPr lang="ja-JP" altLang="en-US" dirty="0"/>
              <a:t>・</a:t>
            </a:r>
            <a:r>
              <a:rPr lang="ja-JP" altLang="en-US"/>
              <a:t>廣田凌　　　（主人公）</a:t>
            </a:r>
            <a:endParaRPr lang="en-US" altLang="ja-JP" dirty="0"/>
          </a:p>
          <a:p>
            <a:pPr marL="0" indent="0">
              <a:buNone/>
            </a:pPr>
            <a:r>
              <a:rPr lang="ja-JP" altLang="en-US" dirty="0"/>
              <a:t>・久保田七翔　（ボス）</a:t>
            </a:r>
          </a:p>
        </p:txBody>
      </p:sp>
      <p:sp>
        <p:nvSpPr>
          <p:cNvPr id="5" name="正方形/長方形 4">
            <a:extLst>
              <a:ext uri="{FF2B5EF4-FFF2-40B4-BE49-F238E27FC236}">
                <a16:creationId xmlns:a16="http://schemas.microsoft.com/office/drawing/2014/main" id="{E09CA9FB-32DC-6EBB-D7C3-B2F273EAFD62}"/>
              </a:ext>
            </a:extLst>
          </p:cNvPr>
          <p:cNvSpPr/>
          <p:nvPr/>
        </p:nvSpPr>
        <p:spPr>
          <a:xfrm>
            <a:off x="309418" y="118554"/>
            <a:ext cx="11573163" cy="2301373"/>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ja-JP" altLang="en-US" sz="8000" dirty="0"/>
              <a:t>七三飛</a:t>
            </a:r>
            <a:endParaRPr lang="en-US" altLang="ja-JP" sz="8000" dirty="0"/>
          </a:p>
        </p:txBody>
      </p:sp>
    </p:spTree>
    <p:extLst>
      <p:ext uri="{BB962C8B-B14F-4D97-AF65-F5344CB8AC3E}">
        <p14:creationId xmlns:p14="http://schemas.microsoft.com/office/powerpoint/2010/main" val="31822925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7746ABC0-8FB4-0F4B-AE86-7C5B63780666}"/>
              </a:ext>
            </a:extLst>
          </p:cNvPr>
          <p:cNvSpPr/>
          <p:nvPr/>
        </p:nvSpPr>
        <p:spPr>
          <a:xfrm>
            <a:off x="309418" y="118554"/>
            <a:ext cx="11573163" cy="2301373"/>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altLang="ja-JP" sz="8000" dirty="0" err="1"/>
              <a:t>Re:Human</a:t>
            </a:r>
            <a:endParaRPr lang="en-US" altLang="ja-JP" sz="8000" dirty="0"/>
          </a:p>
          <a:p>
            <a:pPr algn="ctr"/>
            <a:r>
              <a:rPr lang="en-US" altLang="ja-JP" sz="8000" dirty="0"/>
              <a:t>~</a:t>
            </a:r>
            <a:r>
              <a:rPr lang="ja-JP" altLang="en-US" sz="8000" dirty="0"/>
              <a:t>私の人生</a:t>
            </a:r>
            <a:r>
              <a:rPr lang="en-US" altLang="ja-JP" sz="8000" dirty="0"/>
              <a:t>~</a:t>
            </a:r>
          </a:p>
        </p:txBody>
      </p:sp>
      <p:pic>
        <p:nvPicPr>
          <p:cNvPr id="1026" name="Picture 2" descr="『Hollow Knight』 Nintendo Switch版をリリース 同時にSteam版の日本語対応を発表 - ファミ通.com">
            <a:extLst>
              <a:ext uri="{FF2B5EF4-FFF2-40B4-BE49-F238E27FC236}">
                <a16:creationId xmlns:a16="http://schemas.microsoft.com/office/drawing/2014/main" id="{4039FD0A-F8E5-5787-5502-F9E9F68F23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57745" y="3050977"/>
            <a:ext cx="5462636" cy="3072732"/>
          </a:xfrm>
          <a:prstGeom prst="rect">
            <a:avLst/>
          </a:prstGeom>
          <a:noFill/>
          <a:extLst>
            <a:ext uri="{909E8E84-426E-40DD-AFC4-6F175D3DCCD1}">
              <a14:hiddenFill xmlns:a14="http://schemas.microsoft.com/office/drawing/2010/main">
                <a:solidFill>
                  <a:srgbClr val="FFFFFF"/>
                </a:solidFill>
              </a14:hiddenFill>
            </a:ext>
          </a:extLst>
        </p:spPr>
      </p:pic>
      <p:sp>
        <p:nvSpPr>
          <p:cNvPr id="7" name="正方形/長方形 6">
            <a:extLst>
              <a:ext uri="{FF2B5EF4-FFF2-40B4-BE49-F238E27FC236}">
                <a16:creationId xmlns:a16="http://schemas.microsoft.com/office/drawing/2014/main" id="{5AFA0018-712E-19EB-71BF-A4B334538342}"/>
              </a:ext>
            </a:extLst>
          </p:cNvPr>
          <p:cNvSpPr/>
          <p:nvPr/>
        </p:nvSpPr>
        <p:spPr>
          <a:xfrm flipV="1">
            <a:off x="3334759" y="4239491"/>
            <a:ext cx="3121459" cy="64654"/>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FCB4FB3B-8CAF-D4B4-E86F-511A0B85440C}"/>
              </a:ext>
            </a:extLst>
          </p:cNvPr>
          <p:cNvSpPr txBox="1"/>
          <p:nvPr/>
        </p:nvSpPr>
        <p:spPr>
          <a:xfrm>
            <a:off x="1357745" y="2681645"/>
            <a:ext cx="1339272" cy="369332"/>
          </a:xfrm>
          <a:prstGeom prst="rect">
            <a:avLst/>
          </a:prstGeom>
          <a:noFill/>
        </p:spPr>
        <p:txBody>
          <a:bodyPr wrap="square" rtlCol="0">
            <a:spAutoFit/>
          </a:bodyPr>
          <a:lstStyle/>
          <a:p>
            <a:r>
              <a:rPr kumimoji="1" lang="en-US" altLang="ja-JP" dirty="0"/>
              <a:t>【</a:t>
            </a:r>
            <a:r>
              <a:rPr kumimoji="1" lang="ja-JP" altLang="en-US" dirty="0"/>
              <a:t>↓参考</a:t>
            </a:r>
            <a:r>
              <a:rPr kumimoji="1" lang="en-US" altLang="ja-JP" dirty="0"/>
              <a:t>】</a:t>
            </a:r>
            <a:endParaRPr kumimoji="1" lang="ja-JP" altLang="en-US" dirty="0"/>
          </a:p>
        </p:txBody>
      </p:sp>
      <p:sp>
        <p:nvSpPr>
          <p:cNvPr id="13" name="テキスト ボックス 12">
            <a:extLst>
              <a:ext uri="{FF2B5EF4-FFF2-40B4-BE49-F238E27FC236}">
                <a16:creationId xmlns:a16="http://schemas.microsoft.com/office/drawing/2014/main" id="{7EC1695B-3D34-B1CC-3451-A50D6F578D76}"/>
              </a:ext>
            </a:extLst>
          </p:cNvPr>
          <p:cNvSpPr txBox="1"/>
          <p:nvPr/>
        </p:nvSpPr>
        <p:spPr>
          <a:xfrm>
            <a:off x="9217891" y="2439996"/>
            <a:ext cx="2974109" cy="646331"/>
          </a:xfrm>
          <a:prstGeom prst="rect">
            <a:avLst/>
          </a:prstGeom>
          <a:noFill/>
        </p:spPr>
        <p:txBody>
          <a:bodyPr wrap="square" rtlCol="0">
            <a:spAutoFit/>
          </a:bodyPr>
          <a:lstStyle/>
          <a:p>
            <a:r>
              <a:rPr lang="ja-JP" altLang="en-US" dirty="0"/>
              <a:t>ジャンル：ソウルライク</a:t>
            </a:r>
            <a:endParaRPr lang="en-US" altLang="ja-JP" dirty="0"/>
          </a:p>
          <a:p>
            <a:r>
              <a:rPr kumimoji="1" lang="en-US" altLang="ja-JP" dirty="0"/>
              <a:t>	</a:t>
            </a:r>
            <a:r>
              <a:rPr kumimoji="1" lang="ja-JP" altLang="en-US" dirty="0"/>
              <a:t>　２</a:t>
            </a:r>
            <a:r>
              <a:rPr kumimoji="1" lang="en-US" altLang="ja-JP" dirty="0"/>
              <a:t>D</a:t>
            </a:r>
            <a:r>
              <a:rPr kumimoji="1" lang="ja-JP" altLang="en-US" dirty="0"/>
              <a:t>アクション</a:t>
            </a:r>
            <a:r>
              <a:rPr kumimoji="1" lang="en-US" altLang="ja-JP" dirty="0"/>
              <a:t>	</a:t>
            </a:r>
            <a:endParaRPr kumimoji="1" lang="ja-JP" altLang="en-US" dirty="0"/>
          </a:p>
        </p:txBody>
      </p:sp>
    </p:spTree>
    <p:extLst>
      <p:ext uri="{BB962C8B-B14F-4D97-AF65-F5344CB8AC3E}">
        <p14:creationId xmlns:p14="http://schemas.microsoft.com/office/powerpoint/2010/main" val="37993938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40F320E5-6735-2533-04B1-DD44790C90E6}"/>
              </a:ext>
            </a:extLst>
          </p:cNvPr>
          <p:cNvSpPr>
            <a:spLocks noGrp="1"/>
          </p:cNvSpPr>
          <p:nvPr>
            <p:ph idx="1"/>
          </p:nvPr>
        </p:nvSpPr>
        <p:spPr>
          <a:xfrm>
            <a:off x="163945" y="1579273"/>
            <a:ext cx="5461000" cy="2413866"/>
          </a:xfrm>
        </p:spPr>
        <p:txBody>
          <a:bodyPr/>
          <a:lstStyle/>
          <a:p>
            <a:r>
              <a:rPr kumimoji="1" lang="ja-JP" altLang="en-US" dirty="0"/>
              <a:t>成長と復讐</a:t>
            </a:r>
            <a:endParaRPr kumimoji="1" lang="en-US" altLang="ja-JP" dirty="0"/>
          </a:p>
          <a:p>
            <a:pPr marL="0" indent="0">
              <a:buNone/>
            </a:pPr>
            <a:r>
              <a:rPr lang="ja-JP" altLang="en-US" dirty="0"/>
              <a:t>　↓</a:t>
            </a:r>
            <a:endParaRPr lang="en-US" altLang="ja-JP" dirty="0"/>
          </a:p>
          <a:p>
            <a:pPr marL="0" indent="0">
              <a:buNone/>
            </a:pPr>
            <a:endParaRPr kumimoji="1" lang="ja-JP" altLang="en-US" dirty="0"/>
          </a:p>
        </p:txBody>
      </p:sp>
      <p:sp>
        <p:nvSpPr>
          <p:cNvPr id="6" name="正方形/長方形 5">
            <a:extLst>
              <a:ext uri="{FF2B5EF4-FFF2-40B4-BE49-F238E27FC236}">
                <a16:creationId xmlns:a16="http://schemas.microsoft.com/office/drawing/2014/main" id="{5ED95482-6A8E-BF0F-2789-952A81E56125}"/>
              </a:ext>
            </a:extLst>
          </p:cNvPr>
          <p:cNvSpPr/>
          <p:nvPr/>
        </p:nvSpPr>
        <p:spPr>
          <a:xfrm>
            <a:off x="69273" y="205364"/>
            <a:ext cx="12053454" cy="122843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r>
              <a:rPr kumimoji="1" lang="ja-JP" altLang="en-US" sz="4000" dirty="0"/>
              <a:t>　ゲームコンセプト</a:t>
            </a:r>
          </a:p>
        </p:txBody>
      </p:sp>
      <p:sp>
        <p:nvSpPr>
          <p:cNvPr id="7" name="テキスト ボックス 6">
            <a:extLst>
              <a:ext uri="{FF2B5EF4-FFF2-40B4-BE49-F238E27FC236}">
                <a16:creationId xmlns:a16="http://schemas.microsoft.com/office/drawing/2014/main" id="{2BCF95D9-E5FE-411A-04F7-CEB50E9FA520}"/>
              </a:ext>
            </a:extLst>
          </p:cNvPr>
          <p:cNvSpPr txBox="1"/>
          <p:nvPr/>
        </p:nvSpPr>
        <p:spPr>
          <a:xfrm>
            <a:off x="6853380" y="2139875"/>
            <a:ext cx="3158837" cy="646331"/>
          </a:xfrm>
          <a:prstGeom prst="rect">
            <a:avLst/>
          </a:prstGeom>
          <a:noFill/>
        </p:spPr>
        <p:txBody>
          <a:bodyPr wrap="square" rtlCol="0">
            <a:spAutoFit/>
          </a:bodyPr>
          <a:lstStyle/>
          <a:p>
            <a:r>
              <a:rPr kumimoji="1" lang="ja-JP" altLang="en-US" dirty="0"/>
              <a:t>成長を実感できるゲームが好きな人</a:t>
            </a:r>
          </a:p>
        </p:txBody>
      </p:sp>
      <p:sp>
        <p:nvSpPr>
          <p:cNvPr id="8" name="テキスト ボックス 7">
            <a:extLst>
              <a:ext uri="{FF2B5EF4-FFF2-40B4-BE49-F238E27FC236}">
                <a16:creationId xmlns:a16="http://schemas.microsoft.com/office/drawing/2014/main" id="{B74BEFF7-E0CC-D109-1649-24062894E486}"/>
              </a:ext>
            </a:extLst>
          </p:cNvPr>
          <p:cNvSpPr txBox="1"/>
          <p:nvPr/>
        </p:nvSpPr>
        <p:spPr>
          <a:xfrm>
            <a:off x="6834908" y="2798741"/>
            <a:ext cx="3214255" cy="369332"/>
          </a:xfrm>
          <a:prstGeom prst="rect">
            <a:avLst/>
          </a:prstGeom>
          <a:noFill/>
        </p:spPr>
        <p:txBody>
          <a:bodyPr wrap="square" rtlCol="0">
            <a:spAutoFit/>
          </a:bodyPr>
          <a:lstStyle/>
          <a:p>
            <a:r>
              <a:rPr kumimoji="1" lang="ja-JP" altLang="en-US" dirty="0"/>
              <a:t>独特な設定が好きな人</a:t>
            </a:r>
          </a:p>
        </p:txBody>
      </p:sp>
      <p:sp>
        <p:nvSpPr>
          <p:cNvPr id="9" name="テキスト ボックス 8">
            <a:extLst>
              <a:ext uri="{FF2B5EF4-FFF2-40B4-BE49-F238E27FC236}">
                <a16:creationId xmlns:a16="http://schemas.microsoft.com/office/drawing/2014/main" id="{6807772B-AB05-8056-76F2-01E174D5E0F5}"/>
              </a:ext>
            </a:extLst>
          </p:cNvPr>
          <p:cNvSpPr txBox="1"/>
          <p:nvPr/>
        </p:nvSpPr>
        <p:spPr>
          <a:xfrm>
            <a:off x="502227" y="4294910"/>
            <a:ext cx="3232727" cy="923330"/>
          </a:xfrm>
          <a:prstGeom prst="rect">
            <a:avLst/>
          </a:prstGeom>
          <a:noFill/>
        </p:spPr>
        <p:txBody>
          <a:bodyPr wrap="square" rtlCol="0">
            <a:spAutoFit/>
          </a:bodyPr>
          <a:lstStyle/>
          <a:p>
            <a:r>
              <a:rPr kumimoji="1" lang="ja-JP" altLang="en-US" dirty="0"/>
              <a:t>最弱（目立たない）の存在から上位の存在へ自分を示す自己主張</a:t>
            </a:r>
          </a:p>
        </p:txBody>
      </p:sp>
      <p:sp>
        <p:nvSpPr>
          <p:cNvPr id="10" name="テキスト ボックス 9">
            <a:extLst>
              <a:ext uri="{FF2B5EF4-FFF2-40B4-BE49-F238E27FC236}">
                <a16:creationId xmlns:a16="http://schemas.microsoft.com/office/drawing/2014/main" id="{B1036430-0039-4F72-3BDD-4FF409745D76}"/>
              </a:ext>
            </a:extLst>
          </p:cNvPr>
          <p:cNvSpPr txBox="1"/>
          <p:nvPr/>
        </p:nvSpPr>
        <p:spPr>
          <a:xfrm>
            <a:off x="1579418" y="5394036"/>
            <a:ext cx="3001818" cy="369332"/>
          </a:xfrm>
          <a:prstGeom prst="rect">
            <a:avLst/>
          </a:prstGeom>
          <a:noFill/>
        </p:spPr>
        <p:txBody>
          <a:bodyPr wrap="square" rtlCol="0">
            <a:spAutoFit/>
          </a:bodyPr>
          <a:lstStyle/>
          <a:p>
            <a:r>
              <a:rPr kumimoji="1" lang="ja-JP" altLang="en-US" dirty="0"/>
              <a:t>復習を果たすスカッと感</a:t>
            </a:r>
          </a:p>
        </p:txBody>
      </p:sp>
      <p:sp>
        <p:nvSpPr>
          <p:cNvPr id="11" name="テキスト ボックス 10">
            <a:extLst>
              <a:ext uri="{FF2B5EF4-FFF2-40B4-BE49-F238E27FC236}">
                <a16:creationId xmlns:a16="http://schemas.microsoft.com/office/drawing/2014/main" id="{506F9575-8291-7FA5-D188-6E72D21BE5A7}"/>
              </a:ext>
            </a:extLst>
          </p:cNvPr>
          <p:cNvSpPr txBox="1"/>
          <p:nvPr/>
        </p:nvSpPr>
        <p:spPr>
          <a:xfrm>
            <a:off x="548409" y="3896371"/>
            <a:ext cx="3657598" cy="369332"/>
          </a:xfrm>
          <a:prstGeom prst="rect">
            <a:avLst/>
          </a:prstGeom>
          <a:noFill/>
        </p:spPr>
        <p:txBody>
          <a:bodyPr wrap="square" rtlCol="0">
            <a:spAutoFit/>
          </a:bodyPr>
          <a:lstStyle/>
          <a:p>
            <a:r>
              <a:rPr kumimoji="1" lang="ja-JP" altLang="en-US" dirty="0"/>
              <a:t>自分のみじめな姿からの復讐心</a:t>
            </a:r>
          </a:p>
        </p:txBody>
      </p:sp>
    </p:spTree>
    <p:extLst>
      <p:ext uri="{BB962C8B-B14F-4D97-AF65-F5344CB8AC3E}">
        <p14:creationId xmlns:p14="http://schemas.microsoft.com/office/powerpoint/2010/main" val="33722476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A87678F8-9778-F6E1-DCBC-578A434C9B04}"/>
              </a:ext>
            </a:extLst>
          </p:cNvPr>
          <p:cNvSpPr>
            <a:spLocks noGrp="1"/>
          </p:cNvSpPr>
          <p:nvPr>
            <p:ph idx="1"/>
          </p:nvPr>
        </p:nvSpPr>
        <p:spPr>
          <a:xfrm>
            <a:off x="1965037" y="2084242"/>
            <a:ext cx="3706090" cy="1325562"/>
          </a:xfrm>
        </p:spPr>
        <p:txBody>
          <a:bodyPr>
            <a:noAutofit/>
          </a:bodyPr>
          <a:lstStyle/>
          <a:p>
            <a:pPr marL="0" indent="0">
              <a:buNone/>
            </a:pPr>
            <a:r>
              <a:rPr kumimoji="1" lang="ja-JP" altLang="en-US" sz="8800" i="1" dirty="0">
                <a:latin typeface="HGP行書体" panose="03000600000000000000" pitchFamily="66" charset="-128"/>
                <a:ea typeface="HGP行書体" panose="03000600000000000000" pitchFamily="66" charset="-128"/>
              </a:rPr>
              <a:t>成長</a:t>
            </a:r>
          </a:p>
        </p:txBody>
      </p:sp>
      <p:sp>
        <p:nvSpPr>
          <p:cNvPr id="4" name="タイトル 3">
            <a:extLst>
              <a:ext uri="{FF2B5EF4-FFF2-40B4-BE49-F238E27FC236}">
                <a16:creationId xmlns:a16="http://schemas.microsoft.com/office/drawing/2014/main" id="{6F362819-E8B5-ABB7-AA6D-7661A95F2669}"/>
              </a:ext>
            </a:extLst>
          </p:cNvPr>
          <p:cNvSpPr>
            <a:spLocks noGrp="1"/>
          </p:cNvSpPr>
          <p:nvPr>
            <p:ph type="title"/>
          </p:nvPr>
        </p:nvSpPr>
        <p:spPr>
          <a:xfrm>
            <a:off x="838200" y="365125"/>
            <a:ext cx="10515600" cy="1325563"/>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r>
              <a:rPr kumimoji="1" lang="ja-JP" altLang="en-US" sz="4000" dirty="0"/>
              <a:t>　ゲームコンセプト</a:t>
            </a:r>
          </a:p>
        </p:txBody>
      </p:sp>
      <p:sp>
        <p:nvSpPr>
          <p:cNvPr id="5" name="テキスト ボックス 4">
            <a:extLst>
              <a:ext uri="{FF2B5EF4-FFF2-40B4-BE49-F238E27FC236}">
                <a16:creationId xmlns:a16="http://schemas.microsoft.com/office/drawing/2014/main" id="{1CC0B6CB-D1E7-77F8-DB19-7080020B0E81}"/>
              </a:ext>
            </a:extLst>
          </p:cNvPr>
          <p:cNvSpPr txBox="1"/>
          <p:nvPr/>
        </p:nvSpPr>
        <p:spPr>
          <a:xfrm>
            <a:off x="1145309" y="3805382"/>
            <a:ext cx="6262254" cy="1938992"/>
          </a:xfrm>
          <a:prstGeom prst="rect">
            <a:avLst/>
          </a:prstGeom>
          <a:noFill/>
        </p:spPr>
        <p:txBody>
          <a:bodyPr wrap="square" rtlCol="0">
            <a:spAutoFit/>
          </a:bodyPr>
          <a:lstStyle/>
          <a:p>
            <a:pPr marL="342900" indent="-342900">
              <a:buFont typeface="Arial" panose="020B0604020202020204" pitchFamily="34" charset="0"/>
              <a:buChar char="•"/>
            </a:pPr>
            <a:r>
              <a:rPr kumimoji="1" lang="ja-JP" altLang="en-US" sz="2400" dirty="0"/>
              <a:t>このゲームは高難易度のステージやボスを攻略していく</a:t>
            </a:r>
            <a:endParaRPr kumimoji="1" lang="en-US" altLang="ja-JP" sz="2400" dirty="0"/>
          </a:p>
          <a:p>
            <a:pPr marL="342900" indent="-342900">
              <a:buFont typeface="Arial" panose="020B0604020202020204" pitchFamily="34" charset="0"/>
              <a:buChar char="•"/>
            </a:pPr>
            <a:r>
              <a:rPr kumimoji="1" lang="ja-JP" altLang="en-US" sz="2400" dirty="0"/>
              <a:t>私たちが新しいことに挑戦し成長していくことからつけた</a:t>
            </a:r>
            <a:endParaRPr kumimoji="1" lang="en-US" altLang="ja-JP" sz="2400" dirty="0"/>
          </a:p>
          <a:p>
            <a:pPr marL="342900" indent="-342900">
              <a:buFont typeface="Arial" panose="020B0604020202020204" pitchFamily="34" charset="0"/>
              <a:buChar char="•"/>
            </a:pPr>
            <a:r>
              <a:rPr kumimoji="1" lang="ja-JP" altLang="en-US" sz="2400" dirty="0"/>
              <a:t>高難易度のゲームが好きな人</a:t>
            </a:r>
          </a:p>
        </p:txBody>
      </p:sp>
    </p:spTree>
    <p:extLst>
      <p:ext uri="{BB962C8B-B14F-4D97-AF65-F5344CB8AC3E}">
        <p14:creationId xmlns:p14="http://schemas.microsoft.com/office/powerpoint/2010/main" val="26574029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42" name="Rectangle 1041">
            <a:extLst>
              <a:ext uri="{FF2B5EF4-FFF2-40B4-BE49-F238E27FC236}">
                <a16:creationId xmlns:a16="http://schemas.microsoft.com/office/drawing/2014/main" id="{8D1AA55E-40D5-461B-A5A8-4AE8AAB71B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タイトル 3">
            <a:extLst>
              <a:ext uri="{FF2B5EF4-FFF2-40B4-BE49-F238E27FC236}">
                <a16:creationId xmlns:a16="http://schemas.microsoft.com/office/drawing/2014/main" id="{0E820C86-E2EE-19F2-4B1C-4867DCC67722}"/>
              </a:ext>
            </a:extLst>
          </p:cNvPr>
          <p:cNvSpPr>
            <a:spLocks noGrp="1"/>
          </p:cNvSpPr>
          <p:nvPr>
            <p:ph type="title"/>
          </p:nvPr>
        </p:nvSpPr>
        <p:spPr>
          <a:xfrm>
            <a:off x="838200" y="1336390"/>
            <a:ext cx="6155988" cy="1182927"/>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vert="horz" lIns="91440" tIns="45720" rIns="91440" bIns="45720" rtlCol="0" anchor="b">
            <a:normAutofit/>
          </a:bodyPr>
          <a:lstStyle/>
          <a:p>
            <a:r>
              <a:rPr lang="ja-JP" altLang="en-US" sz="4300" kern="1200">
                <a:solidFill>
                  <a:schemeClr val="tx1"/>
                </a:solidFill>
                <a:latin typeface="+mj-lt"/>
                <a:ea typeface="+mj-ea"/>
                <a:cs typeface="+mj-cs"/>
              </a:rPr>
              <a:t>　ターゲットユーザー</a:t>
            </a:r>
            <a:endParaRPr kumimoji="1" lang="en-US" altLang="ja-JP" sz="4300" kern="1200">
              <a:solidFill>
                <a:schemeClr val="tx1"/>
              </a:solidFill>
              <a:latin typeface="+mj-lt"/>
              <a:ea typeface="+mj-ea"/>
              <a:cs typeface="+mj-cs"/>
            </a:endParaRPr>
          </a:p>
        </p:txBody>
      </p:sp>
      <p:cxnSp>
        <p:nvCxnSpPr>
          <p:cNvPr id="1044" name="Straight Connector 1043">
            <a:extLst>
              <a:ext uri="{FF2B5EF4-FFF2-40B4-BE49-F238E27FC236}">
                <a16:creationId xmlns:a16="http://schemas.microsoft.com/office/drawing/2014/main" id="{7EB498BD-8089-4626-91EA-4978EBEF535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806470"/>
            <a:ext cx="7903723" cy="0"/>
          </a:xfrm>
          <a:prstGeom prst="line">
            <a:avLst/>
          </a:prstGeom>
          <a:ln w="25400" cap="sq">
            <a:gradFill flip="none" rotWithShape="1">
              <a:gsLst>
                <a:gs pos="0">
                  <a:schemeClr val="accent1"/>
                </a:gs>
                <a:gs pos="100000">
                  <a:schemeClr val="accent2"/>
                </a:gs>
              </a:gsLst>
              <a:lin ang="10800000" scaled="0"/>
              <a:tileRect/>
            </a:gradFill>
            <a:bevel/>
          </a:ln>
        </p:spPr>
        <p:style>
          <a:lnRef idx="1">
            <a:schemeClr val="accent1"/>
          </a:lnRef>
          <a:fillRef idx="0">
            <a:schemeClr val="accent1"/>
          </a:fillRef>
          <a:effectRef idx="0">
            <a:schemeClr val="accent1"/>
          </a:effectRef>
          <a:fontRef idx="minor">
            <a:schemeClr val="tx1"/>
          </a:fontRef>
        </p:style>
      </p:cxnSp>
      <p:sp>
        <p:nvSpPr>
          <p:cNvPr id="5" name="テキスト ボックス 4">
            <a:extLst>
              <a:ext uri="{FF2B5EF4-FFF2-40B4-BE49-F238E27FC236}">
                <a16:creationId xmlns:a16="http://schemas.microsoft.com/office/drawing/2014/main" id="{C553C86A-ABC5-9524-CCF7-4105EDBB4E56}"/>
              </a:ext>
            </a:extLst>
          </p:cNvPr>
          <p:cNvSpPr txBox="1"/>
          <p:nvPr/>
        </p:nvSpPr>
        <p:spPr>
          <a:xfrm>
            <a:off x="803776" y="2829330"/>
            <a:ext cx="6190412" cy="3344459"/>
          </a:xfrm>
          <a:prstGeom prst="rect">
            <a:avLst/>
          </a:prstGeom>
        </p:spPr>
        <p:txBody>
          <a:bodyPr vert="horz" lIns="91440" tIns="45720" rIns="91440" bIns="45720" rtlCol="0" anchor="t">
            <a:normAutofit/>
          </a:bodyPr>
          <a:lstStyle/>
          <a:p>
            <a:pPr indent="-228600">
              <a:lnSpc>
                <a:spcPct val="90000"/>
              </a:lnSpc>
              <a:spcAft>
                <a:spcPts val="600"/>
              </a:spcAft>
              <a:buFont typeface="Arial" panose="020B0604020202020204" pitchFamily="34" charset="0"/>
              <a:buChar char="•"/>
            </a:pPr>
            <a:r>
              <a:rPr lang="ja-JP" altLang="en-US" sz="2000">
                <a:solidFill>
                  <a:schemeClr val="tx1">
                    <a:alpha val="80000"/>
                  </a:schemeClr>
                </a:solidFill>
              </a:rPr>
              <a:t>ゲーム例）</a:t>
            </a:r>
            <a:r>
              <a:rPr lang="en-US" altLang="ja-JP" sz="2000">
                <a:solidFill>
                  <a:schemeClr val="tx1">
                    <a:alpha val="80000"/>
                  </a:schemeClr>
                </a:solidFill>
              </a:rPr>
              <a:t>Hollow Knight</a:t>
            </a:r>
            <a:r>
              <a:rPr lang="ja-JP" altLang="en-US" sz="2000">
                <a:solidFill>
                  <a:schemeClr val="tx1">
                    <a:alpha val="80000"/>
                  </a:schemeClr>
                </a:solidFill>
              </a:rPr>
              <a:t>　好きな層</a:t>
            </a:r>
            <a:endParaRPr lang="en-US" altLang="ja-JP" sz="2000">
              <a:solidFill>
                <a:schemeClr val="tx1">
                  <a:alpha val="80000"/>
                </a:schemeClr>
              </a:solidFill>
            </a:endParaRPr>
          </a:p>
          <a:p>
            <a:pPr indent="-228600">
              <a:lnSpc>
                <a:spcPct val="90000"/>
              </a:lnSpc>
              <a:spcAft>
                <a:spcPts val="600"/>
              </a:spcAft>
              <a:buFont typeface="Arial" panose="020B0604020202020204" pitchFamily="34" charset="0"/>
              <a:buChar char="•"/>
            </a:pPr>
            <a:r>
              <a:rPr kumimoji="1" lang="ja-JP" altLang="en-US" sz="2000">
                <a:solidFill>
                  <a:schemeClr val="tx1">
                    <a:alpha val="80000"/>
                  </a:schemeClr>
                </a:solidFill>
              </a:rPr>
              <a:t>　　　　　フロムゲーマー</a:t>
            </a:r>
            <a:endParaRPr kumimoji="1" lang="en-US" altLang="ja-JP" sz="2000">
              <a:solidFill>
                <a:schemeClr val="tx1">
                  <a:alpha val="80000"/>
                </a:schemeClr>
              </a:solidFill>
            </a:endParaRPr>
          </a:p>
          <a:p>
            <a:pPr indent="-228600">
              <a:lnSpc>
                <a:spcPct val="90000"/>
              </a:lnSpc>
              <a:spcAft>
                <a:spcPts val="600"/>
              </a:spcAft>
              <a:buFont typeface="Arial" panose="020B0604020202020204" pitchFamily="34" charset="0"/>
              <a:buChar char="•"/>
            </a:pPr>
            <a:r>
              <a:rPr kumimoji="1" lang="ja-JP" altLang="en-US" sz="2000">
                <a:solidFill>
                  <a:schemeClr val="tx1">
                    <a:alpha val="80000"/>
                  </a:schemeClr>
                </a:solidFill>
              </a:rPr>
              <a:t>特別枠）　</a:t>
            </a:r>
            <a:r>
              <a:rPr lang="en-US" altLang="ja-JP" sz="2000">
                <a:solidFill>
                  <a:schemeClr val="tx1">
                    <a:alpha val="80000"/>
                  </a:schemeClr>
                </a:solidFill>
              </a:rPr>
              <a:t>Re:Monster</a:t>
            </a:r>
            <a:r>
              <a:rPr lang="ja-JP" altLang="en-US" sz="2000">
                <a:solidFill>
                  <a:schemeClr val="tx1">
                    <a:alpha val="80000"/>
                  </a:schemeClr>
                </a:solidFill>
              </a:rPr>
              <a:t>　をみている人</a:t>
            </a:r>
            <a:endParaRPr kumimoji="1" lang="en-US" altLang="ja-JP" sz="2000">
              <a:solidFill>
                <a:schemeClr val="tx1">
                  <a:alpha val="80000"/>
                </a:schemeClr>
              </a:solidFill>
            </a:endParaRPr>
          </a:p>
          <a:p>
            <a:pPr indent="-228600">
              <a:lnSpc>
                <a:spcPct val="90000"/>
              </a:lnSpc>
              <a:spcAft>
                <a:spcPts val="600"/>
              </a:spcAft>
              <a:buFont typeface="Arial" panose="020B0604020202020204" pitchFamily="34" charset="0"/>
              <a:buChar char="•"/>
            </a:pPr>
            <a:r>
              <a:rPr lang="ja-JP" altLang="en-US" sz="2000">
                <a:solidFill>
                  <a:schemeClr val="tx1">
                    <a:alpha val="80000"/>
                  </a:schemeClr>
                </a:solidFill>
              </a:rPr>
              <a:t>想定：</a:t>
            </a:r>
            <a:r>
              <a:rPr lang="en-US" altLang="ja-JP" sz="2000">
                <a:solidFill>
                  <a:schemeClr val="tx1">
                    <a:alpha val="80000"/>
                  </a:schemeClr>
                </a:solidFill>
              </a:rPr>
              <a:t>50</a:t>
            </a:r>
            <a:r>
              <a:rPr lang="ja-JP" altLang="en-US" sz="2000">
                <a:solidFill>
                  <a:schemeClr val="tx1">
                    <a:alpha val="80000"/>
                  </a:schemeClr>
                </a:solidFill>
              </a:rPr>
              <a:t>万人程度</a:t>
            </a:r>
            <a:endParaRPr lang="en-US" altLang="ja-JP" sz="2000">
              <a:solidFill>
                <a:schemeClr val="tx1">
                  <a:alpha val="80000"/>
                </a:schemeClr>
              </a:solidFill>
            </a:endParaRPr>
          </a:p>
        </p:txBody>
      </p:sp>
      <p:pic>
        <p:nvPicPr>
          <p:cNvPr id="1028" name="Picture 4">
            <a:extLst>
              <a:ext uri="{FF2B5EF4-FFF2-40B4-BE49-F238E27FC236}">
                <a16:creationId xmlns:a16="http://schemas.microsoft.com/office/drawing/2014/main" id="{3721DA3A-A915-71F8-1E1E-BA243488EBD6}"/>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635627" y="1336390"/>
            <a:ext cx="3422456" cy="4837394"/>
          </a:xfrm>
          <a:prstGeom prst="rect">
            <a:avLst/>
          </a:prstGeom>
          <a:noFill/>
          <a:extLst>
            <a:ext uri="{909E8E84-426E-40DD-AFC4-6F175D3DCCD1}">
              <a14:hiddenFill xmlns:a14="http://schemas.microsoft.com/office/drawing/2010/main">
                <a:solidFill>
                  <a:srgbClr val="FFFFFF"/>
                </a:solidFill>
              </a14:hiddenFill>
            </a:ext>
          </a:extLst>
        </p:spPr>
      </p:pic>
      <p:sp>
        <p:nvSpPr>
          <p:cNvPr id="1046" name="Graphic 11">
            <a:extLst>
              <a:ext uri="{FF2B5EF4-FFF2-40B4-BE49-F238E27FC236}">
                <a16:creationId xmlns:a16="http://schemas.microsoft.com/office/drawing/2014/main" id="{6CB927A4-E432-4310-9CD5-E89FF50631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924552" y="1899284"/>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accent1"/>
          </a:solidFill>
          <a:ln w="603" cap="flat">
            <a:noFill/>
            <a:prstDash val="solid"/>
            <a:miter/>
          </a:ln>
        </p:spPr>
        <p:txBody>
          <a:bodyPr rtlCol="0" anchor="ctr"/>
          <a:lstStyle/>
          <a:p>
            <a:endParaRPr lang="en-US"/>
          </a:p>
        </p:txBody>
      </p:sp>
      <p:sp>
        <p:nvSpPr>
          <p:cNvPr id="1048" name="Graphic 10">
            <a:extLst>
              <a:ext uri="{FF2B5EF4-FFF2-40B4-BE49-F238E27FC236}">
                <a16:creationId xmlns:a16="http://schemas.microsoft.com/office/drawing/2014/main" id="{E3020543-B24B-4EC4-8FFC-8DD88EEA91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36862" y="2189928"/>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1"/>
          </a:solidFill>
          <a:ln w="422" cap="flat">
            <a:noFill/>
            <a:prstDash val="solid"/>
            <a:miter/>
          </a:ln>
        </p:spPr>
        <p:txBody>
          <a:bodyPr rtlCol="0" anchor="ctr"/>
          <a:lstStyle/>
          <a:p>
            <a:endParaRPr lang="en-US"/>
          </a:p>
        </p:txBody>
      </p:sp>
    </p:spTree>
    <p:extLst>
      <p:ext uri="{BB962C8B-B14F-4D97-AF65-F5344CB8AC3E}">
        <p14:creationId xmlns:p14="http://schemas.microsoft.com/office/powerpoint/2010/main" val="1873699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3BCD9-8C5A-61DB-D6D6-5B84B34E6A50}"/>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DE30D919-B016-F835-2399-1DCF9FE89372}"/>
              </a:ext>
            </a:extLst>
          </p:cNvPr>
          <p:cNvSpPr/>
          <p:nvPr/>
        </p:nvSpPr>
        <p:spPr>
          <a:xfrm>
            <a:off x="69273" y="205364"/>
            <a:ext cx="12053454" cy="122843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r>
              <a:rPr kumimoji="1" lang="ja-JP" altLang="en-US" sz="4000" dirty="0"/>
              <a:t>　ゲーム概要</a:t>
            </a:r>
          </a:p>
        </p:txBody>
      </p:sp>
      <p:sp>
        <p:nvSpPr>
          <p:cNvPr id="2" name="テキスト ボックス 1">
            <a:extLst>
              <a:ext uri="{FF2B5EF4-FFF2-40B4-BE49-F238E27FC236}">
                <a16:creationId xmlns:a16="http://schemas.microsoft.com/office/drawing/2014/main" id="{5A4F1010-4746-3F0A-4DD7-F59A6687BD88}"/>
              </a:ext>
            </a:extLst>
          </p:cNvPr>
          <p:cNvSpPr txBox="1"/>
          <p:nvPr/>
        </p:nvSpPr>
        <p:spPr>
          <a:xfrm>
            <a:off x="674255" y="1902691"/>
            <a:ext cx="4470400" cy="400110"/>
          </a:xfrm>
          <a:prstGeom prst="rect">
            <a:avLst/>
          </a:prstGeom>
          <a:noFill/>
        </p:spPr>
        <p:txBody>
          <a:bodyPr wrap="square" rtlCol="0">
            <a:spAutoFit/>
          </a:bodyPr>
          <a:lstStyle/>
          <a:p>
            <a:r>
              <a:rPr kumimoji="1" lang="ja-JP" altLang="en-US" sz="2000" dirty="0"/>
              <a:t>横スクロール型アクショゲーム</a:t>
            </a:r>
          </a:p>
        </p:txBody>
      </p:sp>
      <p:sp>
        <p:nvSpPr>
          <p:cNvPr id="4" name="テキスト ボックス 3">
            <a:extLst>
              <a:ext uri="{FF2B5EF4-FFF2-40B4-BE49-F238E27FC236}">
                <a16:creationId xmlns:a16="http://schemas.microsoft.com/office/drawing/2014/main" id="{AF62C168-D4B2-50F1-1694-EAF0FDCD0175}"/>
              </a:ext>
            </a:extLst>
          </p:cNvPr>
          <p:cNvSpPr txBox="1"/>
          <p:nvPr/>
        </p:nvSpPr>
        <p:spPr>
          <a:xfrm>
            <a:off x="674254" y="2616541"/>
            <a:ext cx="4886036" cy="400110"/>
          </a:xfrm>
          <a:prstGeom prst="rect">
            <a:avLst/>
          </a:prstGeom>
          <a:noFill/>
        </p:spPr>
        <p:txBody>
          <a:bodyPr wrap="square" rtlCol="0">
            <a:spAutoFit/>
          </a:bodyPr>
          <a:lstStyle/>
          <a:p>
            <a:r>
              <a:rPr kumimoji="1" lang="ja-JP" altLang="en-US" sz="2000" dirty="0"/>
              <a:t>ソロプレイ</a:t>
            </a:r>
            <a:r>
              <a:rPr lang="en-US" altLang="ja-JP" sz="2000" dirty="0"/>
              <a:t>	</a:t>
            </a:r>
            <a:r>
              <a:rPr lang="ja-JP" altLang="en-US" sz="2000" dirty="0"/>
              <a:t>プレイヤーはスライム！</a:t>
            </a:r>
            <a:endParaRPr kumimoji="1" lang="ja-JP" altLang="en-US" sz="2000" dirty="0"/>
          </a:p>
        </p:txBody>
      </p:sp>
      <p:sp>
        <p:nvSpPr>
          <p:cNvPr id="5" name="テキスト ボックス 4">
            <a:extLst>
              <a:ext uri="{FF2B5EF4-FFF2-40B4-BE49-F238E27FC236}">
                <a16:creationId xmlns:a16="http://schemas.microsoft.com/office/drawing/2014/main" id="{BAB8A40D-55EB-F239-7766-A27B36257358}"/>
              </a:ext>
            </a:extLst>
          </p:cNvPr>
          <p:cNvSpPr txBox="1"/>
          <p:nvPr/>
        </p:nvSpPr>
        <p:spPr>
          <a:xfrm>
            <a:off x="674255" y="4353163"/>
            <a:ext cx="5338618" cy="1600438"/>
          </a:xfrm>
          <a:prstGeom prst="rect">
            <a:avLst/>
          </a:prstGeom>
          <a:noFill/>
        </p:spPr>
        <p:txBody>
          <a:bodyPr wrap="square" rtlCol="0">
            <a:spAutoFit/>
          </a:bodyPr>
          <a:lstStyle/>
          <a:p>
            <a:r>
              <a:rPr kumimoji="1" lang="ja-JP" altLang="en-US" sz="2000" dirty="0"/>
              <a:t>カメラはプレイヤー中心に動いていく</a:t>
            </a:r>
            <a:endParaRPr kumimoji="1" lang="en-US" altLang="ja-JP" sz="2000" dirty="0"/>
          </a:p>
          <a:p>
            <a:r>
              <a:rPr lang="en-US" altLang="ja-JP" sz="2000" dirty="0"/>
              <a:t>AD</a:t>
            </a:r>
            <a:r>
              <a:rPr lang="ja-JP" altLang="en-US" sz="2000" dirty="0"/>
              <a:t>移動でクリックなどで攻撃</a:t>
            </a:r>
            <a:endParaRPr lang="en-US" altLang="ja-JP" sz="2000" dirty="0"/>
          </a:p>
          <a:p>
            <a:r>
              <a:rPr lang="ja-JP" altLang="en-US" sz="2000" dirty="0"/>
              <a:t>マウスが向いている方向に攻撃なので</a:t>
            </a:r>
            <a:endParaRPr lang="en-US" altLang="ja-JP" sz="2000" dirty="0"/>
          </a:p>
          <a:p>
            <a:r>
              <a:rPr lang="ja-JP" altLang="en-US" sz="2000" dirty="0"/>
              <a:t>全方位に攻撃することも可能</a:t>
            </a:r>
          </a:p>
          <a:p>
            <a:endParaRPr kumimoji="1" lang="ja-JP" altLang="en-US" dirty="0"/>
          </a:p>
        </p:txBody>
      </p:sp>
      <p:sp>
        <p:nvSpPr>
          <p:cNvPr id="8" name="テキスト ボックス 7">
            <a:extLst>
              <a:ext uri="{FF2B5EF4-FFF2-40B4-BE49-F238E27FC236}">
                <a16:creationId xmlns:a16="http://schemas.microsoft.com/office/drawing/2014/main" id="{15DBA32F-81CE-50E6-FD5E-ED9A51A0BE9D}"/>
              </a:ext>
            </a:extLst>
          </p:cNvPr>
          <p:cNvSpPr txBox="1"/>
          <p:nvPr/>
        </p:nvSpPr>
        <p:spPr>
          <a:xfrm>
            <a:off x="674254" y="3738574"/>
            <a:ext cx="3343564" cy="400110"/>
          </a:xfrm>
          <a:prstGeom prst="rect">
            <a:avLst/>
          </a:prstGeom>
          <a:noFill/>
        </p:spPr>
        <p:txBody>
          <a:bodyPr wrap="square" rtlCol="0">
            <a:spAutoFit/>
          </a:bodyPr>
          <a:lstStyle/>
          <a:p>
            <a:r>
              <a:rPr lang="ja-JP" altLang="en-US" sz="2000" dirty="0"/>
              <a:t>ステージギミック作る予定</a:t>
            </a:r>
            <a:endParaRPr kumimoji="1" lang="ja-JP" altLang="en-US" sz="2000" dirty="0"/>
          </a:p>
        </p:txBody>
      </p:sp>
      <p:sp>
        <p:nvSpPr>
          <p:cNvPr id="9" name="テキスト ボックス 8">
            <a:extLst>
              <a:ext uri="{FF2B5EF4-FFF2-40B4-BE49-F238E27FC236}">
                <a16:creationId xmlns:a16="http://schemas.microsoft.com/office/drawing/2014/main" id="{94ABB26A-5628-5DBE-CC5F-65AB67BB7481}"/>
              </a:ext>
            </a:extLst>
          </p:cNvPr>
          <p:cNvSpPr txBox="1"/>
          <p:nvPr/>
        </p:nvSpPr>
        <p:spPr>
          <a:xfrm>
            <a:off x="674254" y="3123986"/>
            <a:ext cx="3500581" cy="400110"/>
          </a:xfrm>
          <a:prstGeom prst="rect">
            <a:avLst/>
          </a:prstGeom>
          <a:noFill/>
        </p:spPr>
        <p:txBody>
          <a:bodyPr wrap="square" rtlCol="0">
            <a:spAutoFit/>
          </a:bodyPr>
          <a:lstStyle/>
          <a:p>
            <a:r>
              <a:rPr lang="ja-JP" altLang="en-US" sz="2000" dirty="0"/>
              <a:t>ゲーム難易度：高難易度</a:t>
            </a:r>
            <a:endParaRPr kumimoji="1" lang="ja-JP" altLang="en-US" sz="2000" dirty="0"/>
          </a:p>
        </p:txBody>
      </p:sp>
    </p:spTree>
    <p:extLst>
      <p:ext uri="{BB962C8B-B14F-4D97-AF65-F5344CB8AC3E}">
        <p14:creationId xmlns:p14="http://schemas.microsoft.com/office/powerpoint/2010/main" val="36660835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DCF1529E-028C-5355-7219-A82889FDA8ED}"/>
              </a:ext>
            </a:extLst>
          </p:cNvPr>
          <p:cNvSpPr>
            <a:spLocks noGrp="1"/>
          </p:cNvSpPr>
          <p:nvPr>
            <p:ph idx="1"/>
          </p:nvPr>
        </p:nvSpPr>
        <p:spPr>
          <a:xfrm>
            <a:off x="838200" y="2823152"/>
            <a:ext cx="10515600" cy="3457575"/>
          </a:xfrm>
        </p:spPr>
        <p:txBody>
          <a:bodyPr>
            <a:normAutofit/>
          </a:bodyPr>
          <a:lstStyle/>
          <a:p>
            <a:r>
              <a:rPr lang="ja-JP" altLang="en-US" dirty="0"/>
              <a:t>ステージとボスは</a:t>
            </a:r>
            <a:r>
              <a:rPr kumimoji="1" lang="ja-JP" altLang="en-US" dirty="0"/>
              <a:t>それぞれ</a:t>
            </a:r>
            <a:r>
              <a:rPr kumimoji="1" lang="en-US" altLang="ja-JP" dirty="0"/>
              <a:t>4</a:t>
            </a:r>
            <a:r>
              <a:rPr kumimoji="1" lang="ja-JP" altLang="en-US" dirty="0"/>
              <a:t>つ</a:t>
            </a:r>
            <a:endParaRPr kumimoji="1" lang="en-US" altLang="ja-JP" dirty="0"/>
          </a:p>
          <a:p>
            <a:pPr marL="0" indent="0">
              <a:buNone/>
            </a:pPr>
            <a:endParaRPr lang="en-US" altLang="ja-JP" dirty="0"/>
          </a:p>
          <a:p>
            <a:r>
              <a:rPr lang="ja-JP" altLang="en-US" dirty="0"/>
              <a:t>特徴：ボスを倒すことでボスの能力を取得することで強くなる</a:t>
            </a:r>
            <a:endParaRPr lang="en-US" altLang="ja-JP" dirty="0"/>
          </a:p>
          <a:p>
            <a:pPr marL="0" indent="0">
              <a:buNone/>
            </a:pPr>
            <a:endParaRPr kumimoji="1" lang="en-US" altLang="ja-JP" dirty="0"/>
          </a:p>
          <a:p>
            <a:r>
              <a:rPr kumimoji="1" lang="ja-JP" altLang="en-US" dirty="0"/>
              <a:t>獲得した能力を駆使して</a:t>
            </a:r>
            <a:r>
              <a:rPr lang="ja-JP" altLang="en-US" dirty="0"/>
              <a:t>進めていく楽しさがある</a:t>
            </a:r>
            <a:endParaRPr kumimoji="1" lang="ja-JP" altLang="en-US" dirty="0"/>
          </a:p>
        </p:txBody>
      </p:sp>
      <p:sp>
        <p:nvSpPr>
          <p:cNvPr id="4" name="タイトル 3">
            <a:extLst>
              <a:ext uri="{FF2B5EF4-FFF2-40B4-BE49-F238E27FC236}">
                <a16:creationId xmlns:a16="http://schemas.microsoft.com/office/drawing/2014/main" id="{07C6778E-75A2-0D90-3849-9F71692D7462}"/>
              </a:ext>
            </a:extLst>
          </p:cNvPr>
          <p:cNvSpPr>
            <a:spLocks noGrp="1"/>
          </p:cNvSpPr>
          <p:nvPr>
            <p:ph type="title"/>
          </p:nvPr>
        </p:nvSpPr>
        <p:spPr>
          <a:xfrm>
            <a:off x="838200" y="365125"/>
            <a:ext cx="10515600" cy="1325563"/>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r>
              <a:rPr kumimoji="1" lang="ja-JP" altLang="en-US" sz="4000" dirty="0"/>
              <a:t>　ゲーム概要</a:t>
            </a:r>
          </a:p>
        </p:txBody>
      </p:sp>
    </p:spTree>
    <p:extLst>
      <p:ext uri="{BB962C8B-B14F-4D97-AF65-F5344CB8AC3E}">
        <p14:creationId xmlns:p14="http://schemas.microsoft.com/office/powerpoint/2010/main" val="27443393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2F98D1B-849A-9B80-925D-8C32D365E6E4}"/>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A92FD221-4F52-2397-69FA-3AADB1D23DCE}"/>
              </a:ext>
            </a:extLst>
          </p:cNvPr>
          <p:cNvSpPr/>
          <p:nvPr/>
        </p:nvSpPr>
        <p:spPr>
          <a:xfrm>
            <a:off x="69273" y="205364"/>
            <a:ext cx="12053454" cy="122843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r>
              <a:rPr kumimoji="1" lang="ja-JP" altLang="en-US" sz="4000" dirty="0"/>
              <a:t>世界観（ストーリー）</a:t>
            </a:r>
          </a:p>
        </p:txBody>
      </p:sp>
      <p:sp>
        <p:nvSpPr>
          <p:cNvPr id="2" name="テキスト ボックス 1">
            <a:extLst>
              <a:ext uri="{FF2B5EF4-FFF2-40B4-BE49-F238E27FC236}">
                <a16:creationId xmlns:a16="http://schemas.microsoft.com/office/drawing/2014/main" id="{5BBD9AB8-8C73-4899-EB50-DA7A58199D84}"/>
              </a:ext>
            </a:extLst>
          </p:cNvPr>
          <p:cNvSpPr txBox="1"/>
          <p:nvPr/>
        </p:nvSpPr>
        <p:spPr>
          <a:xfrm>
            <a:off x="415637" y="1856510"/>
            <a:ext cx="7195127" cy="646331"/>
          </a:xfrm>
          <a:prstGeom prst="rect">
            <a:avLst/>
          </a:prstGeom>
          <a:noFill/>
        </p:spPr>
        <p:txBody>
          <a:bodyPr wrap="square" rtlCol="0">
            <a:spAutoFit/>
          </a:bodyPr>
          <a:lstStyle/>
          <a:p>
            <a:r>
              <a:rPr kumimoji="1" lang="ja-JP" altLang="en-US" dirty="0"/>
              <a:t>主人公（スライム）研究所の博士にスライムに変えられる（元人間）</a:t>
            </a:r>
          </a:p>
        </p:txBody>
      </p:sp>
      <p:sp>
        <p:nvSpPr>
          <p:cNvPr id="4" name="テキスト ボックス 3">
            <a:extLst>
              <a:ext uri="{FF2B5EF4-FFF2-40B4-BE49-F238E27FC236}">
                <a16:creationId xmlns:a16="http://schemas.microsoft.com/office/drawing/2014/main" id="{8CA76C54-993D-3F5F-402C-821FDE310D12}"/>
              </a:ext>
            </a:extLst>
          </p:cNvPr>
          <p:cNvSpPr txBox="1"/>
          <p:nvPr/>
        </p:nvSpPr>
        <p:spPr>
          <a:xfrm>
            <a:off x="323273" y="2403648"/>
            <a:ext cx="6687128" cy="369332"/>
          </a:xfrm>
          <a:prstGeom prst="rect">
            <a:avLst/>
          </a:prstGeom>
          <a:noFill/>
        </p:spPr>
        <p:txBody>
          <a:bodyPr wrap="square" rtlCol="0">
            <a:spAutoFit/>
          </a:bodyPr>
          <a:lstStyle/>
          <a:p>
            <a:r>
              <a:rPr kumimoji="1" lang="ja-JP" altLang="en-US" dirty="0"/>
              <a:t>失敗作として捨てられる</a:t>
            </a:r>
          </a:p>
        </p:txBody>
      </p:sp>
      <p:sp>
        <p:nvSpPr>
          <p:cNvPr id="5" name="テキスト ボックス 4">
            <a:extLst>
              <a:ext uri="{FF2B5EF4-FFF2-40B4-BE49-F238E27FC236}">
                <a16:creationId xmlns:a16="http://schemas.microsoft.com/office/drawing/2014/main" id="{22C1372F-C70B-48BF-2583-D3D424798611}"/>
              </a:ext>
            </a:extLst>
          </p:cNvPr>
          <p:cNvSpPr txBox="1"/>
          <p:nvPr/>
        </p:nvSpPr>
        <p:spPr>
          <a:xfrm>
            <a:off x="323273" y="2925551"/>
            <a:ext cx="6160655" cy="646331"/>
          </a:xfrm>
          <a:prstGeom prst="rect">
            <a:avLst/>
          </a:prstGeom>
          <a:noFill/>
        </p:spPr>
        <p:txBody>
          <a:bodyPr wrap="square" rtlCol="0">
            <a:spAutoFit/>
          </a:bodyPr>
          <a:lstStyle/>
          <a:p>
            <a:r>
              <a:rPr kumimoji="1" lang="ja-JP" altLang="en-US" dirty="0"/>
              <a:t>目を覚ますと下水の中にいてここで自分のみじめな姿から博士への復讐を誓う</a:t>
            </a:r>
          </a:p>
        </p:txBody>
      </p:sp>
      <p:sp>
        <p:nvSpPr>
          <p:cNvPr id="7" name="テキスト ボックス 6">
            <a:extLst>
              <a:ext uri="{FF2B5EF4-FFF2-40B4-BE49-F238E27FC236}">
                <a16:creationId xmlns:a16="http://schemas.microsoft.com/office/drawing/2014/main" id="{49A059A0-1275-8B7F-7471-5FBA9D70B176}"/>
              </a:ext>
            </a:extLst>
          </p:cNvPr>
          <p:cNvSpPr txBox="1"/>
          <p:nvPr/>
        </p:nvSpPr>
        <p:spPr>
          <a:xfrm>
            <a:off x="415637" y="3731491"/>
            <a:ext cx="3740727" cy="369332"/>
          </a:xfrm>
          <a:prstGeom prst="rect">
            <a:avLst/>
          </a:prstGeom>
          <a:noFill/>
        </p:spPr>
        <p:txBody>
          <a:bodyPr wrap="square" rtlCol="0">
            <a:spAutoFit/>
          </a:bodyPr>
          <a:lstStyle/>
          <a:p>
            <a:r>
              <a:rPr kumimoji="1" lang="ja-JP" altLang="en-US" dirty="0"/>
              <a:t>敵を倒していって成長していく</a:t>
            </a:r>
          </a:p>
        </p:txBody>
      </p:sp>
      <p:sp>
        <p:nvSpPr>
          <p:cNvPr id="8" name="テキスト ボックス 7">
            <a:extLst>
              <a:ext uri="{FF2B5EF4-FFF2-40B4-BE49-F238E27FC236}">
                <a16:creationId xmlns:a16="http://schemas.microsoft.com/office/drawing/2014/main" id="{3EC9D330-37ED-83CE-6BD7-1CC8650627CA}"/>
              </a:ext>
            </a:extLst>
          </p:cNvPr>
          <p:cNvSpPr txBox="1"/>
          <p:nvPr/>
        </p:nvSpPr>
        <p:spPr>
          <a:xfrm>
            <a:off x="415637" y="4516582"/>
            <a:ext cx="3648363" cy="369332"/>
          </a:xfrm>
          <a:prstGeom prst="rect">
            <a:avLst/>
          </a:prstGeom>
          <a:noFill/>
        </p:spPr>
        <p:txBody>
          <a:bodyPr wrap="square" rtlCol="0">
            <a:spAutoFit/>
          </a:bodyPr>
          <a:lstStyle/>
          <a:p>
            <a:r>
              <a:rPr kumimoji="1" lang="ja-JP" altLang="en-US" dirty="0"/>
              <a:t>ボスを倒して復習を果たす</a:t>
            </a:r>
          </a:p>
        </p:txBody>
      </p:sp>
      <p:sp>
        <p:nvSpPr>
          <p:cNvPr id="9" name="テキスト ボックス 8">
            <a:extLst>
              <a:ext uri="{FF2B5EF4-FFF2-40B4-BE49-F238E27FC236}">
                <a16:creationId xmlns:a16="http://schemas.microsoft.com/office/drawing/2014/main" id="{5DE4FA34-DA0E-112E-A911-E5F64E414B83}"/>
              </a:ext>
            </a:extLst>
          </p:cNvPr>
          <p:cNvSpPr txBox="1"/>
          <p:nvPr/>
        </p:nvSpPr>
        <p:spPr>
          <a:xfrm>
            <a:off x="323273" y="5673704"/>
            <a:ext cx="4248727" cy="369332"/>
          </a:xfrm>
          <a:prstGeom prst="rect">
            <a:avLst/>
          </a:prstGeom>
          <a:noFill/>
        </p:spPr>
        <p:txBody>
          <a:bodyPr wrap="square" rtlCol="0">
            <a:spAutoFit/>
          </a:bodyPr>
          <a:lstStyle/>
          <a:p>
            <a:r>
              <a:rPr kumimoji="1" lang="ja-JP" altLang="en-US" dirty="0"/>
              <a:t>博士を自分と同じような姿に変える</a:t>
            </a:r>
          </a:p>
        </p:txBody>
      </p:sp>
      <p:sp>
        <p:nvSpPr>
          <p:cNvPr id="10" name="テキスト ボックス 9">
            <a:extLst>
              <a:ext uri="{FF2B5EF4-FFF2-40B4-BE49-F238E27FC236}">
                <a16:creationId xmlns:a16="http://schemas.microsoft.com/office/drawing/2014/main" id="{CA7515F5-597E-3340-23C1-32491710982D}"/>
              </a:ext>
            </a:extLst>
          </p:cNvPr>
          <p:cNvSpPr txBox="1"/>
          <p:nvPr/>
        </p:nvSpPr>
        <p:spPr>
          <a:xfrm>
            <a:off x="415637" y="5030611"/>
            <a:ext cx="3223491" cy="369332"/>
          </a:xfrm>
          <a:prstGeom prst="rect">
            <a:avLst/>
          </a:prstGeom>
          <a:noFill/>
        </p:spPr>
        <p:txBody>
          <a:bodyPr wrap="square" rtlCol="0">
            <a:spAutoFit/>
          </a:bodyPr>
          <a:lstStyle/>
          <a:p>
            <a:r>
              <a:rPr kumimoji="1" lang="ja-JP" altLang="en-US" dirty="0"/>
              <a:t>自分は無事に人に戻る</a:t>
            </a:r>
          </a:p>
        </p:txBody>
      </p:sp>
    </p:spTree>
    <p:extLst>
      <p:ext uri="{BB962C8B-B14F-4D97-AF65-F5344CB8AC3E}">
        <p14:creationId xmlns:p14="http://schemas.microsoft.com/office/powerpoint/2010/main" val="16551614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E0C287C-08A0-AA17-A426-CE6C80AC6C82}"/>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753DC15C-566D-7326-53B4-680F792DCB11}"/>
              </a:ext>
            </a:extLst>
          </p:cNvPr>
          <p:cNvSpPr/>
          <p:nvPr/>
        </p:nvSpPr>
        <p:spPr>
          <a:xfrm>
            <a:off x="69273" y="205364"/>
            <a:ext cx="12053454" cy="122843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r>
              <a:rPr lang="ja-JP" altLang="en-US" sz="4000" dirty="0"/>
              <a:t>まとめ</a:t>
            </a:r>
            <a:endParaRPr kumimoji="1" lang="ja-JP" altLang="en-US" sz="4000" dirty="0"/>
          </a:p>
        </p:txBody>
      </p:sp>
      <p:sp>
        <p:nvSpPr>
          <p:cNvPr id="2" name="テキスト ボックス 1">
            <a:extLst>
              <a:ext uri="{FF2B5EF4-FFF2-40B4-BE49-F238E27FC236}">
                <a16:creationId xmlns:a16="http://schemas.microsoft.com/office/drawing/2014/main" id="{CB2FA8FE-9C95-9621-2107-23124554323E}"/>
              </a:ext>
            </a:extLst>
          </p:cNvPr>
          <p:cNvSpPr txBox="1"/>
          <p:nvPr/>
        </p:nvSpPr>
        <p:spPr>
          <a:xfrm>
            <a:off x="2290618" y="2632364"/>
            <a:ext cx="5181600" cy="369332"/>
          </a:xfrm>
          <a:prstGeom prst="rect">
            <a:avLst/>
          </a:prstGeom>
          <a:noFill/>
        </p:spPr>
        <p:txBody>
          <a:bodyPr wrap="square" rtlCol="0">
            <a:spAutoFit/>
          </a:bodyPr>
          <a:lstStyle/>
          <a:p>
            <a:r>
              <a:rPr kumimoji="1" lang="ja-JP" altLang="en-US" dirty="0"/>
              <a:t>このゲームをプレイすることでプレイヤーは</a:t>
            </a:r>
            <a:r>
              <a:rPr kumimoji="1" lang="en-US" altLang="ja-JP" dirty="0"/>
              <a:t>…</a:t>
            </a:r>
            <a:endParaRPr kumimoji="1" lang="ja-JP" altLang="en-US" dirty="0"/>
          </a:p>
        </p:txBody>
      </p:sp>
    </p:spTree>
    <p:extLst>
      <p:ext uri="{BB962C8B-B14F-4D97-AF65-F5344CB8AC3E}">
        <p14:creationId xmlns:p14="http://schemas.microsoft.com/office/powerpoint/2010/main" val="2243912793"/>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214</TotalTime>
  <Words>341</Words>
  <Application>Microsoft Office PowerPoint</Application>
  <PresentationFormat>ワイド画面</PresentationFormat>
  <Paragraphs>56</Paragraphs>
  <Slides>9</Slides>
  <Notes>1</Notes>
  <HiddenSlides>3</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9</vt:i4>
      </vt:variant>
    </vt:vector>
  </HeadingPairs>
  <TitlesOfParts>
    <vt:vector size="14" baseType="lpstr">
      <vt:lpstr>HGP行書体</vt: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　ゲームコンセプト</vt:lpstr>
      <vt:lpstr>　ターゲットユーザー</vt:lpstr>
      <vt:lpstr>PowerPoint プレゼンテーション</vt:lpstr>
      <vt:lpstr>　ゲーム概要</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廣田　凌</dc:creator>
  <cp:lastModifiedBy>廣田　凌</cp:lastModifiedBy>
  <cp:revision>4</cp:revision>
  <dcterms:created xsi:type="dcterms:W3CDTF">2026-04-22T08:50:56Z</dcterms:created>
  <dcterms:modified xsi:type="dcterms:W3CDTF">2026-04-27T09:27:32Z</dcterms:modified>
</cp:coreProperties>
</file>